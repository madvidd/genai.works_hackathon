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5000b2ec5a84709" /><Relationship Type="http://schemas.openxmlformats.org/officeDocument/2006/relationships/extended-properties" Target="/docProps/app.xml" Id="R7eae175dfd4c45c9" /><Relationship Type="http://schemas.openxmlformats.org/officeDocument/2006/relationships/officeDocument" Target="/ppt/presentation.xml" Id="R7eef25d18d8c4567" /></Relationships>
</file>

<file path=ppt/presentation.xml><?xml version="1.0" encoding="utf-8"?>
<p:presentation xmlns:p="http://schemas.openxmlformats.org/presentationml/2006/main">
  <p:sldMasterIdLst>
    <p:sldMasterId xmlns:r="http://schemas.openxmlformats.org/officeDocument/2006/relationships" id="2147483648" r:id="Rc288210426ed4f69"/>
  </p:sldMasterIdLst>
  <p:notesMasterIdLst>
    <p:notesMasterId xmlns:r="http://schemas.openxmlformats.org/officeDocument/2006/relationships" r:id="R48f3f7d0bd924a3d"/>
  </p:notesMasterIdLst>
  <p:sldIdLst>
    <p:sldId xmlns:r="http://schemas.openxmlformats.org/officeDocument/2006/relationships" id="256" r:id="Rf619aa86473547ea"/>
    <p:sldId xmlns:r="http://schemas.openxmlformats.org/officeDocument/2006/relationships" id="257" r:id="R91fb8725f1834cb8"/>
    <p:sldId xmlns:r="http://schemas.openxmlformats.org/officeDocument/2006/relationships" id="258" r:id="R8603e0c9a664488e"/>
    <p:sldId xmlns:r="http://schemas.openxmlformats.org/officeDocument/2006/relationships" id="259" r:id="Rd811b9b8a394439a"/>
    <p:sldId xmlns:r="http://schemas.openxmlformats.org/officeDocument/2006/relationships" id="260" r:id="R5bde0719d8a2485c"/>
    <p:sldId xmlns:r="http://schemas.openxmlformats.org/officeDocument/2006/relationships" id="261" r:id="R790d27b94f0743d8"/>
    <p:sldId xmlns:r="http://schemas.openxmlformats.org/officeDocument/2006/relationships" id="262" r:id="Rc88bafda892b4694"/>
    <p:sldId xmlns:r="http://schemas.openxmlformats.org/officeDocument/2006/relationships" id="263" r:id="R84816f22a1c84bf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6cbadbbea534a10" /><Relationship Type="http://schemas.openxmlformats.org/officeDocument/2006/relationships/slideMaster" Target="/ppt/slideMasters/slideMaster1.xml" Id="Rc288210426ed4f69" /><Relationship Type="http://schemas.openxmlformats.org/officeDocument/2006/relationships/notesMaster" Target="/ppt/notesMasters/notesMaster1.xml" Id="R48f3f7d0bd924a3d" /><Relationship Type="http://schemas.openxmlformats.org/officeDocument/2006/relationships/presProps" Target="/ppt/presProps.xml" Id="Ra0f7bf87822d4d79" /><Relationship Type="http://schemas.openxmlformats.org/officeDocument/2006/relationships/tableStyles" Target="/ppt/tableStyles.xml" Id="Rf4c3f87017fb4385" /><Relationship Type="http://schemas.openxmlformats.org/officeDocument/2006/relationships/slide" Target="/ppt/slides/slide1.xml" Id="Rf619aa86473547ea" /><Relationship Type="http://schemas.openxmlformats.org/officeDocument/2006/relationships/slide" Target="/ppt/slides/slide2.xml" Id="R91fb8725f1834cb8" /><Relationship Type="http://schemas.openxmlformats.org/officeDocument/2006/relationships/slide" Target="/ppt/slides/slide3.xml" Id="R8603e0c9a664488e" /><Relationship Type="http://schemas.openxmlformats.org/officeDocument/2006/relationships/slide" Target="/ppt/slides/slide4.xml" Id="Rd811b9b8a394439a" /><Relationship Type="http://schemas.openxmlformats.org/officeDocument/2006/relationships/slide" Target="/ppt/slides/slide5.xml" Id="R5bde0719d8a2485c" /><Relationship Type="http://schemas.openxmlformats.org/officeDocument/2006/relationships/slide" Target="/ppt/slides/slide6.xml" Id="R790d27b94f0743d8" /><Relationship Type="http://schemas.openxmlformats.org/officeDocument/2006/relationships/slide" Target="/ppt/slides/slide7.xml" Id="Rc88bafda892b4694" /><Relationship Type="http://schemas.openxmlformats.org/officeDocument/2006/relationships/slide" Target="/ppt/slides/slide8.xml" Id="R84816f22a1c84bf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a04da53b14441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ddaf2a5b0d4918" /><Relationship Type="http://schemas.openxmlformats.org/officeDocument/2006/relationships/notesMaster" Target="/ppt/notesMasters/notesMaster1.xml" Id="R0588c67d4c8941ad" /></Relationships>
</file>

<file path=ppt/notesSlides/_rels/notesSlide2.xml.rels>&#65279;<?xml version="1.0" encoding="utf-8"?><Relationships xmlns="http://schemas.openxmlformats.org/package/2006/relationships"><Relationship Type="http://schemas.openxmlformats.org/officeDocument/2006/relationships/slide" Target="/ppt/slides/slide2.xml" Id="Rf08cd9f9ed044cce" /><Relationship Type="http://schemas.openxmlformats.org/officeDocument/2006/relationships/notesMaster" Target="/ppt/notesMasters/notesMaster1.xml" Id="Rddb6e16eb5734f26" /></Relationships>
</file>

<file path=ppt/notesSlides/_rels/notesSlide3.xml.rels>&#65279;<?xml version="1.0" encoding="utf-8"?><Relationships xmlns="http://schemas.openxmlformats.org/package/2006/relationships"><Relationship Type="http://schemas.openxmlformats.org/officeDocument/2006/relationships/slide" Target="/ppt/slides/slide3.xml" Id="R805dfc4815cc4bbf" /><Relationship Type="http://schemas.openxmlformats.org/officeDocument/2006/relationships/notesMaster" Target="/ppt/notesMasters/notesMaster1.xml" Id="Rc9214c3eae564e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072627d6bf4344" /><Relationship Type="http://schemas.openxmlformats.org/officeDocument/2006/relationships/notesMaster" Target="/ppt/notesMasters/notesMaster1.xml" Id="R3bbd92df63834d83" /></Relationships>
</file>

<file path=ppt/notesSlides/_rels/notesSlide5.xml.rels>&#65279;<?xml version="1.0" encoding="utf-8"?><Relationships xmlns="http://schemas.openxmlformats.org/package/2006/relationships"><Relationship Type="http://schemas.openxmlformats.org/officeDocument/2006/relationships/slide" Target="/ppt/slides/slide5.xml" Id="Rbb36c795417243a5" /><Relationship Type="http://schemas.openxmlformats.org/officeDocument/2006/relationships/notesMaster" Target="/ppt/notesMasters/notesMaster1.xml" Id="Rde9b62a3c9d64e5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7678b21aded40bd" /><Relationship Type="http://schemas.openxmlformats.org/officeDocument/2006/relationships/notesMaster" Target="/ppt/notesMasters/notesMaster1.xml" Id="Rd78c70b277ec4418" /></Relationships>
</file>

<file path=ppt/notesSlides/_rels/notesSlide7.xml.rels>&#65279;<?xml version="1.0" encoding="utf-8"?><Relationships xmlns="http://schemas.openxmlformats.org/package/2006/relationships"><Relationship Type="http://schemas.openxmlformats.org/officeDocument/2006/relationships/slide" Target="/ppt/slides/slide7.xml" Id="Rb55d115ae1604ec9" /><Relationship Type="http://schemas.openxmlformats.org/officeDocument/2006/relationships/notesMaster" Target="/ppt/notesMasters/notesMaster1.xml" Id="R2f3aa5fc066d4c38" /></Relationships>
</file>

<file path=ppt/notesSlides/_rels/notesSlide8.xml.rels>&#65279;<?xml version="1.0" encoding="utf-8"?><Relationships xmlns="http://schemas.openxmlformats.org/package/2006/relationships"><Relationship Type="http://schemas.openxmlformats.org/officeDocument/2006/relationships/slide" Target="/ppt/slides/slide8.xml" Id="R9bd0760144b64c90" /><Relationship Type="http://schemas.openxmlformats.org/officeDocument/2006/relationships/notesMaster" Target="/ppt/notesMasters/notesMaster1.xml" Id="Rb4a71047159740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TraceHarbor is a focused prototype for an operations analyst investigating a disputed temperature alarm. The supplied records are synthetic. The problem and proposed value are a hypothesis; no customer study or measured savings is claimed.</a:t>
            </a:r>
          </a:p>
          <a:p xmlns:a="http://schemas.openxmlformats.org/drawingml/2006/main">
            <a:r>
              <a:t/>
            </a:r>
          </a:p>
          <a:p xmlns:a="http://schemas.openxmlformats.org/drawingml/2006/main">
            <a:r>
              <a:t>Evidence and sources:</a:t>
            </a:r>
          </a:p>
          <a:p xmlns:a="http://schemas.openxmlformats.org/drawingml/2006/main">
            <a:r>
              <a:t>https://traceharbor.web.app</a:t>
            </a:r>
          </a:p>
          <a:p xmlns:a="http://schemas.openxmlformats.org/drawingml/2006/main">
            <a:r>
              <a:t>https://github.com/madvidd/GenAI.works_Hackathon/blob/main/data/README.md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is a real capture from the deployed website. The public site computes synthetic sample results locally. It is not evidence that local Zetaris or Nightshift services executed. The interface presents source-backed findings and preserves contradictory operational claims. It never approves cargo release.</a:t>
            </a:r>
          </a:p>
          <a:p xmlns:a="http://schemas.openxmlformats.org/drawingml/2006/main">
            <a:r>
              <a:t/>
            </a:r>
          </a:p>
          <a:p xmlns:a="http://schemas.openxmlformats.org/drawingml/2006/main">
            <a:r>
              <a:t>Evidence and sources:</a:t>
            </a:r>
          </a:p>
          <a:p xmlns:a="http://schemas.openxmlformats.org/drawingml/2006/main">
            <a:r>
              <a:t>https://traceharbor.web.app</a:t>
            </a:r>
          </a:p>
          <a:p xmlns:a="http://schemas.openxmlformats.org/drawingml/2006/main">
            <a:r>
              <a:t>docs/images/traceharbor-desktop.png</a:t>
            </a:r>
          </a:p>
          <a:p xmlns:a="http://schemas.openxmlformats.org/drawingml/2006/main">
            <a:r>
              <a:t>core/investigator.mjs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describes the implemented live path, not a successful sponsor-model run. Planner and critic choices are restricted to allowlisted evidence operations. The deterministic core owns temperature arithmetic and verdicts. The live orchestrator must stop on transport errors and never silently fall back to the sample dataset. Verify the current implementation and corresponding tests before presenting.</a:t>
            </a:r>
          </a:p>
          <a:p xmlns:a="http://schemas.openxmlformats.org/drawingml/2006/main">
            <a:r>
              <a:t/>
            </a:r>
          </a:p>
          <a:p xmlns:a="http://schemas.openxmlformats.org/drawingml/2006/main">
            <a:r>
              <a:t>Evidence and sources:</a:t>
            </a:r>
          </a:p>
          <a:p xmlns:a="http://schemas.openxmlformats.org/drawingml/2006/main">
            <a:r>
              <a:t>server/agent.mjs</a:t>
            </a:r>
          </a:p>
          <a:p xmlns:a="http://schemas.openxmlformats.org/drawingml/2006/main">
            <a:r>
              <a:t>core/investigator.mjs</a:t>
            </a:r>
          </a:p>
          <a:p xmlns:a="http://schemas.openxmlformats.org/drawingml/2006/main">
            <a:r>
              <a:t>tests/runtime.test.mjs</a:t>
            </a:r>
          </a:p>
          <a:p xmlns:a="http://schemas.openxmlformats.org/drawingml/2006/main">
            <a:r>
              <a:t>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website is deployed and independently verified with four feeds and the evidence-withholding interaction. The public frontend cannot access the builder’s loopback services. The local companion serves the built frontend and a bounded same-origin investigation API. No service tokens are embedded in the frontend bundle.</a:t>
            </a:r>
          </a:p>
          <a:p xmlns:a="http://schemas.openxmlformats.org/drawingml/2006/main">
            <a:r>
              <a:t/>
            </a:r>
          </a:p>
          <a:p xmlns:a="http://schemas.openxmlformats.org/drawingml/2006/main">
            <a:r>
              <a:t>Evidence and sources:</a:t>
            </a:r>
          </a:p>
          <a:p xmlns:a="http://schemas.openxmlformats.org/drawingml/2006/main">
            <a:r>
              <a:t>https://traceharbor.web.app</a:t>
            </a:r>
          </a:p>
          <a:p xmlns:a="http://schemas.openxmlformats.org/drawingml/2006/main">
            <a:r>
              <a:t>server/http.mjs</a:t>
            </a:r>
          </a:p>
          <a:p xmlns:a="http://schemas.openxmlformats.org/drawingml/2006/main">
            <a:r>
              <a:t>server/agent.mjs</a:t>
            </a:r>
          </a:p>
          <a:p xmlns:a="http://schemas.openxmlformats.org/drawingml/2006/main">
            <a:r>
              <a:t>.env.example</a:t>
            </a:r>
          </a:p>
          <a:p xmlns:a="http://schemas.openxmlformats.org/drawingml/2006/main">
            <a:r>
              <a:t>firebase.json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status is deliberately evidence bounded. The official World Model is vendored at revision 1742dec56a66e58eef9dda2d2b865823758ca8cd with its Apache-2.0 license retained. Its upstream conformance runner passed eight of eight. At this build, Nightshift is installed and authenticated models discovery succeeds, but a real completion returns no_provider_configured. Update only after actual successful receipts exist. Network-mocked orchestration tests do not count as sponsor execution.</a:t>
            </a:r>
          </a:p>
          <a:p xmlns:a="http://schemas.openxmlformats.org/drawingml/2006/main">
            <a:r>
              <a:t/>
            </a:r>
          </a:p>
          <a:p xmlns:a="http://schemas.openxmlformats.org/drawingml/2006/main">
            <a:r>
              <a:t>Evidence and sources:</a:t>
            </a:r>
          </a:p>
          <a:p xmlns:a="http://schemas.openxmlformats.org/drawingml/2006/main">
            <a:r>
              <a:t>metadata.json</a:t>
            </a:r>
          </a:p>
          <a:p xmlns:a="http://schemas.openxmlformats.org/drawingml/2006/main">
            <a:r>
              <a:t>core/vendor/meterless-world-model/UPSTREAM.md</a:t>
            </a:r>
          </a:p>
          <a:p xmlns:a="http://schemas.openxmlformats.org/drawingml/2006/main">
            <a:r>
              <a:t>docs/sponsor-technology.md</a:t>
            </a:r>
          </a:p>
          <a:p xmlns:a="http://schemas.openxmlformats.org/drawingml/2006/main">
            <a:r>
              <a:t>https://github.com/Meterless/Meterless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actual browser experiment was verified after deployment. This is evidence sensitivity, not proof of experimental causality. The original full source record remains available. In the synthetic dataset a valid +4.5 degree sensor offset and independently calibrated reference readings support the bias explanation. Removing calibration prevents that explanation from being accepted.</a:t>
            </a:r>
          </a:p>
          <a:p xmlns:a="http://schemas.openxmlformats.org/drawingml/2006/main">
            <a:r>
              <a:t/>
            </a:r>
          </a:p>
          <a:p xmlns:a="http://schemas.openxmlformats.org/drawingml/2006/main">
            <a:r>
              <a:t>Evidence and sources:</a:t>
            </a:r>
          </a:p>
          <a:p xmlns:a="http://schemas.openxmlformats.org/drawingml/2006/main">
            <a:r>
              <a:t>https://traceharbor.web.app</a:t>
            </a:r>
          </a:p>
          <a:p xmlns:a="http://schemas.openxmlformats.org/drawingml/2006/main">
            <a:r>
              <a:t>docs/images/calibration-counterfactual.png</a:t>
            </a:r>
          </a:p>
          <a:p xmlns:a="http://schemas.openxmlformats.org/drawingml/2006/main">
            <a:r>
              <a:t>core/investigator.mjs</a:t>
            </a:r>
          </a:p>
          <a:p xmlns:a="http://schemas.openxmlformats.org/drawingml/2006/main">
            <a:r>
              <a:t>data/calibration.json</a:t>
            </a:r>
          </a:p>
          <a:p xmlns:a="http://schemas.openxmlformats.org/drawingml/2006/main">
            <a:r>
              <a:t>tests/investigator.test.mjs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synthetic functional scenarios, not a clinical or commercial benchmark. Tests cover changed inputs, invalid samples, expired or conflicting calibration, source provenance and abstention. Official World Model conformance covers identity, merge boundaries, provenance rejection, change detection, bitemporal relationships and audit behavior. Orchestration transports in automated tests are mocked. The public website and local sample runs were separately exercised.</a:t>
            </a:r>
          </a:p>
          <a:p xmlns:a="http://schemas.openxmlformats.org/drawingml/2006/main">
            <a:r>
              <a:t/>
            </a:r>
          </a:p>
          <a:p xmlns:a="http://schemas.openxmlformats.org/drawingml/2006/main">
            <a:r>
              <a:t>Evidence and sources:</a:t>
            </a:r>
          </a:p>
          <a:p xmlns:a="http://schemas.openxmlformats.org/drawingml/2006/main">
            <a:r>
              <a:t>tests/investigator.test.mjs</a:t>
            </a:r>
          </a:p>
          <a:p xmlns:a="http://schemas.openxmlformats.org/drawingml/2006/main">
            <a:r>
              <a:t>tests/runtime.test.mjs</a:t>
            </a:r>
          </a:p>
          <a:p xmlns:a="http://schemas.openxmlformats.org/drawingml/2006/main">
            <a:r>
              <a:t>logs/runs</a:t>
            </a:r>
          </a:p>
          <a:p xmlns:a="http://schemas.openxmlformats.org/drawingml/2006/main">
            <a:r>
              <a:t>metadata.json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validation is a repeatable comparison on the same case files, with identical questions and scoring, separating one-time setup from investigation time and reporting errors as well as time. Any savings estimates elsewhere in the submission are explicitly unmeasured assumptions. A human remains responsible for operational decisions. No claim of guaranteed competition success is made.</a:t>
            </a:r>
          </a:p>
          <a:p xmlns:a="http://schemas.openxmlformats.org/drawingml/2006/main">
            <a:r>
              <a:t/>
            </a:r>
          </a:p>
          <a:p xmlns:a="http://schemas.openxmlformats.org/drawingml/2006/main">
            <a:r>
              <a:t>Evidence and sources:</a:t>
            </a:r>
          </a:p>
          <a:p xmlns:a="http://schemas.openxmlformats.org/drawingml/2006/main">
            <a:r>
              <a:t>https://traceharbor.web.app</a:t>
            </a:r>
          </a:p>
          <a:p xmlns:a="http://schemas.openxmlformats.org/drawingml/2006/main">
            <a:r>
              <a:t>https://github.com/madvidd/GenAI.works_Hackathon</a:t>
            </a:r>
          </a:p>
          <a:p xmlns:a="http://schemas.openxmlformats.org/drawingml/2006/main">
            <a:r>
              <a:t>docs/zetaris-reflections.md</a:t>
            </a:r>
          </a:p>
          <a:p xmlns:a="http://schemas.openxmlformats.org/drawingml/2006/main">
            <a:r>
              <a:t>docs/requirements-matrix.md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d2e6c23e096426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5385c511ea8416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f8889ad570a447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7403c4bd5f24af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d336e2fad914bc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bf2c2e58ff142e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3B3B34-7B89-442A-9487-4333E7F02E4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3B62D7A-1568-4AC9-BBF1-36B810E437F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F10CC9E-D31A-4F88-ADA0-4572131FD44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BC07BA-9066-439C-A12A-440BE79F414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F5A9DA1-954D-4689-A6A3-D4186110F92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1CA663C-127E-4288-8E30-5DD6FA15FA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1DDF37A-B5E1-4AF1-AB57-2AEECD3B289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866E4FF-A17A-46A4-96D4-9DAD3A878C2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BB853B-0592-4E14-B6EF-6BBFA792AC6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1C67FFC-C53E-4ABD-98B5-470CAB441D6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bd3a77b5234fae" /><Relationship Type="http://schemas.openxmlformats.org/officeDocument/2006/relationships/slideLayout" Target="/ppt/slideLayouts/slideLayout1.xml" Id="Rde64ca6c82ef47da" /><Relationship Type="http://schemas.openxmlformats.org/officeDocument/2006/relationships/slideLayout" Target="/ppt/slideLayouts/slideLayout2.xml" Id="Rf8b19dc68e984ca4" /><Relationship Type="http://schemas.openxmlformats.org/officeDocument/2006/relationships/slideLayout" Target="/ppt/slideLayouts/slideLayout3.xml" Id="R9b761a73d9504f7d" /><Relationship Type="http://schemas.openxmlformats.org/officeDocument/2006/relationships/slideLayout" Target="/ppt/slideLayouts/slideLayout4.xml" Id="Rc7e5152ce7d04016" /><Relationship Type="http://schemas.openxmlformats.org/officeDocument/2006/relationships/slideLayout" Target="/ppt/slideLayouts/slideLayout5.xml" Id="R5724b54c8af04166" /><Relationship Type="http://schemas.openxmlformats.org/officeDocument/2006/relationships/slideLayout" Target="/ppt/slideLayouts/slideLayout6.xml" Id="R9ce9df8665ed4a7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e64ca6c82ef47da"/>
    <p:sldLayoutId xmlns:r="http://schemas.openxmlformats.org/officeDocument/2006/relationships" id="2147483650" r:id="Rf8b19dc68e984ca4"/>
    <p:sldLayoutId xmlns:r="http://schemas.openxmlformats.org/officeDocument/2006/relationships" id="2147483651" r:id="R9b761a73d9504f7d"/>
    <p:sldLayoutId xmlns:r="http://schemas.openxmlformats.org/officeDocument/2006/relationships" id="2147483652" r:id="Rc7e5152ce7d04016"/>
    <p:sldLayoutId xmlns:r="http://schemas.openxmlformats.org/officeDocument/2006/relationships" id="2147483653" r:id="R5724b54c8af04166"/>
    <p:sldLayoutId xmlns:r="http://schemas.openxmlformats.org/officeDocument/2006/relationships" id="2147483654" r:id="R9ce9df8665ed4a7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7a3678c76f74cd9" /><Relationship Type="http://schemas.openxmlformats.org/officeDocument/2006/relationships/notesSlide" Target="/ppt/notesSlides/notesSlide1.xml" Id="R877a7b0b1efb408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9540c3cc8ad417d" /><Relationship Type="http://schemas.openxmlformats.org/officeDocument/2006/relationships/image" Target="/ppt/media/image.jpeg" Id="R62ed3ab7dac447cf" /><Relationship Type="http://schemas.openxmlformats.org/officeDocument/2006/relationships/notesSlide" Target="/ppt/notesSlides/notesSlide2.xml" Id="R46a405f8184a48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d329c1f2e904838" /><Relationship Type="http://schemas.openxmlformats.org/officeDocument/2006/relationships/notesSlide" Target="/ppt/notesSlides/notesSlide3.xml" Id="Rbf796cc51d8643a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671d3e8c0fd4893" /><Relationship Type="http://schemas.openxmlformats.org/officeDocument/2006/relationships/notesSlide" Target="/ppt/notesSlides/notesSlide4.xml" Id="R610cc0bfbaac401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517d3243bc3473d" /><Relationship Type="http://schemas.openxmlformats.org/officeDocument/2006/relationships/notesSlide" Target="/ppt/notesSlides/notesSlide5.xml" Id="Rd70291b2ef68471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218aee700a24318" /><Relationship Type="http://schemas.openxmlformats.org/officeDocument/2006/relationships/image" Target="/ppt/media/image2.jpeg" Id="R8de5d605cd1a4543" /><Relationship Type="http://schemas.openxmlformats.org/officeDocument/2006/relationships/notesSlide" Target="/ppt/notesSlides/notesSlide6.xml" Id="Rcfbd77d614a44c9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e542d47564a4daa" /><Relationship Type="http://schemas.openxmlformats.org/officeDocument/2006/relationships/notesSlide" Target="/ppt/notesSlides/notesSlide7.xml" Id="R3c2eb32d5c70497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0b07a0e5c6b4b96" /><Relationship Type="http://schemas.openxmlformats.org/officeDocument/2006/relationships/notesSlide" Target="/ppt/notesSlides/notesSlide8.xml" Id="Rbbe441bceb8142d4" /></Relationships>
</file>

<file path=ppt/slides/slide1.xml><?xml version="1.0" encoding="utf-8"?>
<p:sld xmlns:p="http://schemas.openxmlformats.org/presentationml/2006/main">
  <p:cSld>
    <p:bg>
      <p:bgPr>
        <a:solidFill xmlns:a="http://schemas.openxmlformats.org/drawingml/2006/main">
          <a:srgbClr val="19344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E4B583C-1513-49C7-8BE7-2D964D646F4F}"/>
              </a:ext>
            </a:extLst>
          </p:cNvPr>
          <p:cNvSpPr>
            <a:spLocks xmlns:a="http://schemas.openxmlformats.org/drawingml/2006/main" noGrp="1"/>
          </p:cNvSpPr>
          <p:nvPr/>
        </p:nvSpPr>
        <p:spPr>
          <a:xfrm xmlns:a="http://schemas.openxmlformats.org/drawingml/2006/main">
            <a:off x="609600" y="3810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C8EB9C"/>
                </a:solidFill>
                <a:latin typeface="Arial"/>
                <a:ea typeface="Arial"/>
                <a:cs typeface="Arial"/>
              </a:defRPr>
            </a:defPPr>
            <a:lvl1pPr>
              <a:defRPr sz="1350" b="1">
                <a:solidFill>
                  <a:srgbClr val="C8EB9C"/>
                </a:solidFill>
                <a:latin typeface="Arial"/>
                <a:ea typeface="Arial"/>
                <a:cs typeface="Arial"/>
              </a:defRPr>
            </a:lvl1pPr>
            <a:lvl2pPr>
              <a:defRPr sz="1350" b="1">
                <a:solidFill>
                  <a:srgbClr val="C8EB9C"/>
                </a:solidFill>
                <a:latin typeface="Arial"/>
                <a:ea typeface="Arial"/>
                <a:cs typeface="Arial"/>
              </a:defRPr>
            </a:lvl2pPr>
            <a:lvl3pPr>
              <a:defRPr sz="1350" b="1">
                <a:solidFill>
                  <a:srgbClr val="C8EB9C"/>
                </a:solidFill>
                <a:latin typeface="Arial"/>
                <a:ea typeface="Arial"/>
                <a:cs typeface="Arial"/>
              </a:defRPr>
            </a:lvl3pPr>
            <a:lvl4pPr>
              <a:defRPr sz="1350" b="1">
                <a:solidFill>
                  <a:srgbClr val="C8EB9C"/>
                </a:solidFill>
                <a:latin typeface="Arial"/>
                <a:ea typeface="Arial"/>
                <a:cs typeface="Arial"/>
              </a:defRPr>
            </a:lvl4pPr>
            <a:lvl5pPr>
              <a:defRPr sz="1350" b="1">
                <a:solidFill>
                  <a:srgbClr val="C8EB9C"/>
                </a:solidFill>
                <a:latin typeface="Arial"/>
                <a:ea typeface="Arial"/>
                <a:cs typeface="Arial"/>
              </a:defRPr>
            </a:lvl5pPr>
            <a:lvl6pPr>
              <a:defRPr sz="1350" b="1">
                <a:solidFill>
                  <a:srgbClr val="C8EB9C"/>
                </a:solidFill>
                <a:latin typeface="Arial"/>
                <a:ea typeface="Arial"/>
                <a:cs typeface="Arial"/>
              </a:defRPr>
            </a:lvl6pPr>
            <a:lvl7pPr>
              <a:defRPr sz="1350" b="1">
                <a:solidFill>
                  <a:srgbClr val="C8EB9C"/>
                </a:solidFill>
                <a:latin typeface="Arial"/>
                <a:ea typeface="Arial"/>
                <a:cs typeface="Arial"/>
              </a:defRPr>
            </a:lvl7pPr>
            <a:lvl8pPr>
              <a:defRPr sz="1350" b="1">
                <a:solidFill>
                  <a:srgbClr val="C8EB9C"/>
                </a:solidFill>
                <a:latin typeface="Arial"/>
                <a:ea typeface="Arial"/>
                <a:cs typeface="Arial"/>
              </a:defRPr>
            </a:lvl8pPr>
            <a:lvl9pPr>
              <a:defRPr sz="1350" b="1">
                <a:solidFill>
                  <a:srgbClr val="C8EB9C"/>
                </a:solidFill>
                <a:latin typeface="Arial"/>
                <a:ea typeface="Arial"/>
                <a:cs typeface="Arial"/>
              </a:defRPr>
            </a:lvl9pPr>
          </a:lstStyle>
          <a:p xmlns:a="http://schemas.openxmlformats.org/drawingml/2006/main">
            <a:pPr>
              <a:defRPr sz="1350" b="1">
                <a:solidFill>
                  <a:srgbClr val="C8EB9C"/>
                </a:solidFill>
                <a:latin typeface="Arial"/>
                <a:ea typeface="Arial"/>
                <a:cs typeface="Arial"/>
              </a:defRPr>
            </a:pPr>
            <a:r>
              <a:rPr sz="1350" b="1">
                <a:solidFill>
                  <a:srgbClr val="C8EB9C"/>
                </a:solidFill>
                <a:latin typeface="Arial"/>
                <a:ea typeface="Arial"/>
                <a:cs typeface="Arial"/>
              </a:rPr>
              <a:t>TRACK 2 · THE AGENT THAT CAN EXPLAIN WHY</a:t>
            </a:r>
          </a:p>
        </p:txBody>
      </p:sp>
      <p:sp>
        <p:nvSpPr>
          <p:cNvPr id="2" name="">
            <a:extLst xmlns:a="http://schemas.openxmlformats.org/drawingml/2006/main">
              <a:ext uri="{FF2B5EF4-FFF2-40B4-BE49-F238E27FC236}">
                <a16:creationId xmlns:a16="http://schemas.microsoft.com/office/drawing/2014/main" id="{D3DF24B2-5AA1-4E56-947C-42964E462F3F}"/>
              </a:ext>
            </a:extLst>
          </p:cNvPr>
          <p:cNvSpPr>
            <a:spLocks xmlns:a="http://schemas.openxmlformats.org/drawingml/2006/main" noGrp="1"/>
          </p:cNvSpPr>
          <p:nvPr/>
        </p:nvSpPr>
        <p:spPr>
          <a:xfrm xmlns:a="http://schemas.openxmlformats.org/drawingml/2006/main">
            <a:off x="609600" y="904875"/>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TraceHarbor</a:t>
            </a:r>
          </a:p>
        </p:txBody>
      </p:sp>
      <p:sp>
        <p:nvSpPr>
          <p:cNvPr id="3" name="">
            <a:extLst xmlns:a="http://schemas.openxmlformats.org/drawingml/2006/main">
              <a:ext uri="{FF2B5EF4-FFF2-40B4-BE49-F238E27FC236}">
                <a16:creationId xmlns:a16="http://schemas.microsoft.com/office/drawing/2014/main" id="{BF344FDA-930B-4320-B8EE-BBAB978C3C3C}"/>
              </a:ext>
            </a:extLst>
          </p:cNvPr>
          <p:cNvSpPr>
            <a:spLocks xmlns:a="http://schemas.openxmlformats.org/drawingml/2006/main" noGrp="1"/>
          </p:cNvSpPr>
          <p:nvPr/>
        </p:nvSpPr>
        <p:spPr>
          <a:xfrm xmlns:a="http://schemas.openxmlformats.org/drawingml/2006/main">
            <a:off x="609600" y="6381750"/>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AFC0C7"/>
                </a:solidFill>
                <a:latin typeface="Arial"/>
                <a:ea typeface="Arial"/>
                <a:cs typeface="Arial"/>
              </a:defRPr>
            </a:defPPr>
            <a:lvl1pPr>
              <a:defRPr sz="975" b="0">
                <a:solidFill>
                  <a:srgbClr val="AFC0C7"/>
                </a:solidFill>
                <a:latin typeface="Arial"/>
                <a:ea typeface="Arial"/>
                <a:cs typeface="Arial"/>
              </a:defRPr>
            </a:lvl1pPr>
            <a:lvl2pPr>
              <a:defRPr sz="975" b="0">
                <a:solidFill>
                  <a:srgbClr val="AFC0C7"/>
                </a:solidFill>
                <a:latin typeface="Arial"/>
                <a:ea typeface="Arial"/>
                <a:cs typeface="Arial"/>
              </a:defRPr>
            </a:lvl2pPr>
            <a:lvl3pPr>
              <a:defRPr sz="975" b="0">
                <a:solidFill>
                  <a:srgbClr val="AFC0C7"/>
                </a:solidFill>
                <a:latin typeface="Arial"/>
                <a:ea typeface="Arial"/>
                <a:cs typeface="Arial"/>
              </a:defRPr>
            </a:lvl3pPr>
            <a:lvl4pPr>
              <a:defRPr sz="975" b="0">
                <a:solidFill>
                  <a:srgbClr val="AFC0C7"/>
                </a:solidFill>
                <a:latin typeface="Arial"/>
                <a:ea typeface="Arial"/>
                <a:cs typeface="Arial"/>
              </a:defRPr>
            </a:lvl4pPr>
            <a:lvl5pPr>
              <a:defRPr sz="975" b="0">
                <a:solidFill>
                  <a:srgbClr val="AFC0C7"/>
                </a:solidFill>
                <a:latin typeface="Arial"/>
                <a:ea typeface="Arial"/>
                <a:cs typeface="Arial"/>
              </a:defRPr>
            </a:lvl5pPr>
            <a:lvl6pPr>
              <a:defRPr sz="975" b="0">
                <a:solidFill>
                  <a:srgbClr val="AFC0C7"/>
                </a:solidFill>
                <a:latin typeface="Arial"/>
                <a:ea typeface="Arial"/>
                <a:cs typeface="Arial"/>
              </a:defRPr>
            </a:lvl6pPr>
            <a:lvl7pPr>
              <a:defRPr sz="975" b="0">
                <a:solidFill>
                  <a:srgbClr val="AFC0C7"/>
                </a:solidFill>
                <a:latin typeface="Arial"/>
                <a:ea typeface="Arial"/>
                <a:cs typeface="Arial"/>
              </a:defRPr>
            </a:lvl7pPr>
            <a:lvl8pPr>
              <a:defRPr sz="975" b="0">
                <a:solidFill>
                  <a:srgbClr val="AFC0C7"/>
                </a:solidFill>
                <a:latin typeface="Arial"/>
                <a:ea typeface="Arial"/>
                <a:cs typeface="Arial"/>
              </a:defRPr>
            </a:lvl8pPr>
            <a:lvl9pPr>
              <a:defRPr sz="975" b="0">
                <a:solidFill>
                  <a:srgbClr val="AFC0C7"/>
                </a:solidFill>
                <a:latin typeface="Arial"/>
                <a:ea typeface="Arial"/>
                <a:cs typeface="Arial"/>
              </a:defRPr>
            </a:lvl9pPr>
          </a:lstStyle>
          <a:p xmlns:a="http://schemas.openxmlformats.org/drawingml/2006/main">
            <a:pPr>
              <a:defRPr sz="975" b="0">
                <a:solidFill>
                  <a:srgbClr val="AFC0C7"/>
                </a:solidFill>
                <a:latin typeface="Arial"/>
                <a:ea typeface="Arial"/>
                <a:cs typeface="Arial"/>
              </a:defRPr>
            </a:pPr>
            <a:r>
              <a:rPr sz="975" b="0">
                <a:solidFill>
                  <a:srgbClr val="AFC0C7"/>
                </a:solidFill>
                <a:latin typeface="Arial"/>
                <a:ea typeface="Arial"/>
                <a:cs typeface="Arial"/>
              </a:rPr>
              <a:t>TRACEHARBOR  /  OPEN AGENT HACKATHON 2026</a:t>
            </a:r>
          </a:p>
        </p:txBody>
      </p:sp>
      <p:sp>
        <p:nvSpPr>
          <p:cNvPr id="4" name="">
            <a:extLst xmlns:a="http://schemas.openxmlformats.org/drawingml/2006/main">
              <a:ext uri="{FF2B5EF4-FFF2-40B4-BE49-F238E27FC236}">
                <a16:creationId xmlns:a16="http://schemas.microsoft.com/office/drawing/2014/main" id="{42914A54-F35A-49D0-91A4-64913CAE491C}"/>
              </a:ext>
            </a:extLst>
          </p:cNvPr>
          <p:cNvSpPr>
            <a:spLocks xmlns:a="http://schemas.openxmlformats.org/drawingml/2006/main" noGrp="1"/>
          </p:cNvSpPr>
          <p:nvPr/>
        </p:nvSpPr>
        <p:spPr>
          <a:xfrm xmlns:a="http://schemas.openxmlformats.org/drawingml/2006/main">
            <a:off x="11239500" y="633412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00" b="0">
                <a:solidFill>
                  <a:srgbClr val="AFC0C7"/>
                </a:solidFill>
                <a:latin typeface="Arial"/>
                <a:ea typeface="Arial"/>
                <a:cs typeface="Arial"/>
              </a:defRPr>
            </a:defPPr>
            <a:lvl1pPr>
              <a:defRPr sz="1200" b="0">
                <a:solidFill>
                  <a:srgbClr val="AFC0C7"/>
                </a:solidFill>
                <a:latin typeface="Arial"/>
                <a:ea typeface="Arial"/>
                <a:cs typeface="Arial"/>
              </a:defRPr>
            </a:lvl1pPr>
            <a:lvl2pPr>
              <a:defRPr sz="1200" b="0">
                <a:solidFill>
                  <a:srgbClr val="AFC0C7"/>
                </a:solidFill>
                <a:latin typeface="Arial"/>
                <a:ea typeface="Arial"/>
                <a:cs typeface="Arial"/>
              </a:defRPr>
            </a:lvl2pPr>
            <a:lvl3pPr>
              <a:defRPr sz="1200" b="0">
                <a:solidFill>
                  <a:srgbClr val="AFC0C7"/>
                </a:solidFill>
                <a:latin typeface="Arial"/>
                <a:ea typeface="Arial"/>
                <a:cs typeface="Arial"/>
              </a:defRPr>
            </a:lvl3pPr>
            <a:lvl4pPr>
              <a:defRPr sz="1200" b="0">
                <a:solidFill>
                  <a:srgbClr val="AFC0C7"/>
                </a:solidFill>
                <a:latin typeface="Arial"/>
                <a:ea typeface="Arial"/>
                <a:cs typeface="Arial"/>
              </a:defRPr>
            </a:lvl4pPr>
            <a:lvl5pPr>
              <a:defRPr sz="1200" b="0">
                <a:solidFill>
                  <a:srgbClr val="AFC0C7"/>
                </a:solidFill>
                <a:latin typeface="Arial"/>
                <a:ea typeface="Arial"/>
                <a:cs typeface="Arial"/>
              </a:defRPr>
            </a:lvl5pPr>
            <a:lvl6pPr>
              <a:defRPr sz="1200" b="0">
                <a:solidFill>
                  <a:srgbClr val="AFC0C7"/>
                </a:solidFill>
                <a:latin typeface="Arial"/>
                <a:ea typeface="Arial"/>
                <a:cs typeface="Arial"/>
              </a:defRPr>
            </a:lvl6pPr>
            <a:lvl7pPr>
              <a:defRPr sz="1200" b="0">
                <a:solidFill>
                  <a:srgbClr val="AFC0C7"/>
                </a:solidFill>
                <a:latin typeface="Arial"/>
                <a:ea typeface="Arial"/>
                <a:cs typeface="Arial"/>
              </a:defRPr>
            </a:lvl7pPr>
            <a:lvl8pPr>
              <a:defRPr sz="1200" b="0">
                <a:solidFill>
                  <a:srgbClr val="AFC0C7"/>
                </a:solidFill>
                <a:latin typeface="Arial"/>
                <a:ea typeface="Arial"/>
                <a:cs typeface="Arial"/>
              </a:defRPr>
            </a:lvl8pPr>
            <a:lvl9pPr>
              <a:defRPr sz="1200" b="0">
                <a:solidFill>
                  <a:srgbClr val="AFC0C7"/>
                </a:solidFill>
                <a:latin typeface="Arial"/>
                <a:ea typeface="Arial"/>
                <a:cs typeface="Arial"/>
              </a:defRPr>
            </a:lvl9pPr>
          </a:lstStyle>
          <a:p xmlns:a="http://schemas.openxmlformats.org/drawingml/2006/main">
            <a:pPr>
              <a:defRPr sz="1200" b="0">
                <a:solidFill>
                  <a:srgbClr val="AFC0C7"/>
                </a:solidFill>
                <a:latin typeface="Arial"/>
                <a:ea typeface="Arial"/>
                <a:cs typeface="Arial"/>
              </a:defRPr>
            </a:pPr>
            <a:r>
              <a:rPr sz="1200" b="0">
                <a:solidFill>
                  <a:srgbClr val="AFC0C7"/>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21D88518-E1A7-4BCC-A079-C062C089AEDB}"/>
              </a:ext>
            </a:extLst>
          </p:cNvPr>
          <p:cNvSpPr>
            <a:spLocks xmlns:a="http://schemas.openxmlformats.org/drawingml/2006/main" noGrp="1"/>
          </p:cNvSpPr>
          <p:nvPr/>
        </p:nvSpPr>
        <p:spPr>
          <a:xfrm xmlns:a="http://schemas.openxmlformats.org/drawingml/2006/main">
            <a:off x="609600" y="2190750"/>
            <a:ext cx="9715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4800" b="1">
                <a:solidFill>
                  <a:srgbClr val="FFFFFF"/>
                </a:solidFill>
                <a:latin typeface="Arial"/>
                <a:ea typeface="Arial"/>
                <a:cs typeface="Arial"/>
              </a:defRPr>
            </a:defPPr>
            <a:lvl1pPr>
              <a:defRPr sz="4800" b="1">
                <a:solidFill>
                  <a:srgbClr val="FFFFFF"/>
                </a:solidFill>
                <a:latin typeface="Arial"/>
                <a:ea typeface="Arial"/>
                <a:cs typeface="Arial"/>
              </a:defRPr>
            </a:lvl1pPr>
            <a:lvl2pPr>
              <a:defRPr sz="4800" b="1">
                <a:solidFill>
                  <a:srgbClr val="FFFFFF"/>
                </a:solidFill>
                <a:latin typeface="Arial"/>
                <a:ea typeface="Arial"/>
                <a:cs typeface="Arial"/>
              </a:defRPr>
            </a:lvl2pPr>
            <a:lvl3pPr>
              <a:defRPr sz="4800" b="1">
                <a:solidFill>
                  <a:srgbClr val="FFFFFF"/>
                </a:solidFill>
                <a:latin typeface="Arial"/>
                <a:ea typeface="Arial"/>
                <a:cs typeface="Arial"/>
              </a:defRPr>
            </a:lvl3pPr>
            <a:lvl4pPr>
              <a:defRPr sz="4800" b="1">
                <a:solidFill>
                  <a:srgbClr val="FFFFFF"/>
                </a:solidFill>
                <a:latin typeface="Arial"/>
                <a:ea typeface="Arial"/>
                <a:cs typeface="Arial"/>
              </a:defRPr>
            </a:lvl4pPr>
            <a:lvl5pPr>
              <a:defRPr sz="4800" b="1">
                <a:solidFill>
                  <a:srgbClr val="FFFFFF"/>
                </a:solidFill>
                <a:latin typeface="Arial"/>
                <a:ea typeface="Arial"/>
                <a:cs typeface="Arial"/>
              </a:defRPr>
            </a:lvl5pPr>
            <a:lvl6pPr>
              <a:defRPr sz="4800" b="1">
                <a:solidFill>
                  <a:srgbClr val="FFFFFF"/>
                </a:solidFill>
                <a:latin typeface="Arial"/>
                <a:ea typeface="Arial"/>
                <a:cs typeface="Arial"/>
              </a:defRPr>
            </a:lvl6pPr>
            <a:lvl7pPr>
              <a:defRPr sz="4800" b="1">
                <a:solidFill>
                  <a:srgbClr val="FFFFFF"/>
                </a:solidFill>
                <a:latin typeface="Arial"/>
                <a:ea typeface="Arial"/>
                <a:cs typeface="Arial"/>
              </a:defRPr>
            </a:lvl7pPr>
            <a:lvl8pPr>
              <a:defRPr sz="4800" b="1">
                <a:solidFill>
                  <a:srgbClr val="FFFFFF"/>
                </a:solidFill>
                <a:latin typeface="Arial"/>
                <a:ea typeface="Arial"/>
                <a:cs typeface="Arial"/>
              </a:defRPr>
            </a:lvl8pPr>
            <a:lvl9pPr>
              <a:defRPr sz="4800" b="1">
                <a:solidFill>
                  <a:srgbClr val="FFFFFF"/>
                </a:solidFill>
                <a:latin typeface="Arial"/>
                <a:ea typeface="Arial"/>
                <a:cs typeface="Arial"/>
              </a:defRPr>
            </a:lvl9pPr>
          </a:lstStyle>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One shipment.</a:t>
            </a:r>
          </a:p>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Four conflicting stories.</a:t>
            </a:r>
          </a:p>
        </p:txBody>
      </p:sp>
      <p:sp>
        <p:nvSpPr>
          <p:cNvPr id="6" name="">
            <a:extLst xmlns:a="http://schemas.openxmlformats.org/drawingml/2006/main">
              <a:ext uri="{FF2B5EF4-FFF2-40B4-BE49-F238E27FC236}">
                <a16:creationId xmlns:a16="http://schemas.microsoft.com/office/drawing/2014/main" id="{2DDFD6B4-51FE-4774-B8DB-4846A68D030A}"/>
              </a:ext>
            </a:extLst>
          </p:cNvPr>
          <p:cNvSpPr>
            <a:spLocks xmlns:a="http://schemas.openxmlformats.org/drawingml/2006/main" noGrp="1"/>
          </p:cNvSpPr>
          <p:nvPr/>
        </p:nvSpPr>
        <p:spPr>
          <a:xfrm xmlns:a="http://schemas.openxmlformats.org/drawingml/2006/main">
            <a:off x="647700" y="4143375"/>
            <a:ext cx="10096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b="0">
                <a:solidFill>
                  <a:srgbClr val="D2DCE0"/>
                </a:solidFill>
                <a:latin typeface="Arial"/>
                <a:ea typeface="Arial"/>
                <a:cs typeface="Arial"/>
              </a:defRPr>
            </a:defPPr>
            <a:lvl1pPr>
              <a:defRPr sz="2175" b="0">
                <a:solidFill>
                  <a:srgbClr val="D2DCE0"/>
                </a:solidFill>
                <a:latin typeface="Arial"/>
                <a:ea typeface="Arial"/>
                <a:cs typeface="Arial"/>
              </a:defRPr>
            </a:lvl1pPr>
            <a:lvl2pPr>
              <a:defRPr sz="2175" b="0">
                <a:solidFill>
                  <a:srgbClr val="D2DCE0"/>
                </a:solidFill>
                <a:latin typeface="Arial"/>
                <a:ea typeface="Arial"/>
                <a:cs typeface="Arial"/>
              </a:defRPr>
            </a:lvl2pPr>
            <a:lvl3pPr>
              <a:defRPr sz="2175" b="0">
                <a:solidFill>
                  <a:srgbClr val="D2DCE0"/>
                </a:solidFill>
                <a:latin typeface="Arial"/>
                <a:ea typeface="Arial"/>
                <a:cs typeface="Arial"/>
              </a:defRPr>
            </a:lvl3pPr>
            <a:lvl4pPr>
              <a:defRPr sz="2175" b="0">
                <a:solidFill>
                  <a:srgbClr val="D2DCE0"/>
                </a:solidFill>
                <a:latin typeface="Arial"/>
                <a:ea typeface="Arial"/>
                <a:cs typeface="Arial"/>
              </a:defRPr>
            </a:lvl4pPr>
            <a:lvl5pPr>
              <a:defRPr sz="2175" b="0">
                <a:solidFill>
                  <a:srgbClr val="D2DCE0"/>
                </a:solidFill>
                <a:latin typeface="Arial"/>
                <a:ea typeface="Arial"/>
                <a:cs typeface="Arial"/>
              </a:defRPr>
            </a:lvl5pPr>
            <a:lvl6pPr>
              <a:defRPr sz="2175" b="0">
                <a:solidFill>
                  <a:srgbClr val="D2DCE0"/>
                </a:solidFill>
                <a:latin typeface="Arial"/>
                <a:ea typeface="Arial"/>
                <a:cs typeface="Arial"/>
              </a:defRPr>
            </a:lvl6pPr>
            <a:lvl7pPr>
              <a:defRPr sz="2175" b="0">
                <a:solidFill>
                  <a:srgbClr val="D2DCE0"/>
                </a:solidFill>
                <a:latin typeface="Arial"/>
                <a:ea typeface="Arial"/>
                <a:cs typeface="Arial"/>
              </a:defRPr>
            </a:lvl7pPr>
            <a:lvl8pPr>
              <a:defRPr sz="2175" b="0">
                <a:solidFill>
                  <a:srgbClr val="D2DCE0"/>
                </a:solidFill>
                <a:latin typeface="Arial"/>
                <a:ea typeface="Arial"/>
                <a:cs typeface="Arial"/>
              </a:defRPr>
            </a:lvl8pPr>
            <a:lvl9pPr>
              <a:defRPr sz="2175" b="0">
                <a:solidFill>
                  <a:srgbClr val="D2DCE0"/>
                </a:solidFill>
                <a:latin typeface="Arial"/>
                <a:ea typeface="Arial"/>
                <a:cs typeface="Arial"/>
              </a:defRPr>
            </a:lvl9pPr>
          </a:lstStyle>
          <a:p xmlns:a="http://schemas.openxmlformats.org/drawingml/2006/main">
            <a:pPr>
              <a:defRPr sz="2175" b="0">
                <a:solidFill>
                  <a:srgbClr val="D2DCE0"/>
                </a:solidFill>
                <a:latin typeface="Arial"/>
                <a:ea typeface="Arial"/>
                <a:cs typeface="Arial"/>
              </a:defRPr>
            </a:pPr>
            <a:r>
              <a:rPr sz="2175" b="0">
                <a:solidFill>
                  <a:srgbClr val="D2DCE0"/>
                </a:solidFill>
                <a:latin typeface="Arial"/>
                <a:ea typeface="Arial"/>
                <a:cs typeface="Arial"/>
              </a:rPr>
              <a:t>An operations analyst needs a defensible explanation</a:t>
            </a:r>
          </a:p>
          <a:p xmlns:a="http://schemas.openxmlformats.org/drawingml/2006/main">
            <a:pPr>
              <a:defRPr sz="2175" b="0">
                <a:solidFill>
                  <a:srgbClr val="D2DCE0"/>
                </a:solidFill>
                <a:latin typeface="Arial"/>
                <a:ea typeface="Arial"/>
                <a:cs typeface="Arial"/>
              </a:defRPr>
            </a:pPr>
            <a:r>
              <a:rPr sz="2175" b="0">
                <a:solidFill>
                  <a:srgbClr val="D2DCE0"/>
                </a:solidFill>
                <a:latin typeface="Arial"/>
                <a:ea typeface="Arial"/>
                <a:cs typeface="Arial"/>
              </a:rPr>
              <a:t>for a disputed cold-chain temperature exception.</a:t>
            </a:r>
          </a:p>
        </p:txBody>
      </p:sp>
      <p:sp>
        <p:nvSpPr>
          <p:cNvPr id="7" name="">
            <a:extLst xmlns:a="http://schemas.openxmlformats.org/drawingml/2006/main">
              <a:ext uri="{FF2B5EF4-FFF2-40B4-BE49-F238E27FC236}">
                <a16:creationId xmlns:a16="http://schemas.microsoft.com/office/drawing/2014/main" id="{BB1E910E-417A-4A6C-8BFF-85A8BB2ADE8C}"/>
              </a:ext>
            </a:extLst>
          </p:cNvPr>
          <p:cNvSpPr>
            <a:spLocks xmlns:a="http://schemas.openxmlformats.org/drawingml/2006/main" noGrp="1"/>
          </p:cNvSpPr>
          <p:nvPr/>
        </p:nvSpPr>
        <p:spPr>
          <a:xfrm xmlns:a="http://schemas.openxmlformats.org/drawingml/2006/main">
            <a:off x="647700" y="546735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C8EB9C"/>
                </a:solidFill>
                <a:latin typeface="Arial"/>
                <a:ea typeface="Arial"/>
                <a:cs typeface="Arial"/>
              </a:defRPr>
            </a:defPPr>
            <a:lvl1pPr>
              <a:defRPr sz="1650" b="1">
                <a:solidFill>
                  <a:srgbClr val="C8EB9C"/>
                </a:solidFill>
                <a:latin typeface="Arial"/>
                <a:ea typeface="Arial"/>
                <a:cs typeface="Arial"/>
              </a:defRPr>
            </a:lvl1pPr>
            <a:lvl2pPr>
              <a:defRPr sz="1650" b="1">
                <a:solidFill>
                  <a:srgbClr val="C8EB9C"/>
                </a:solidFill>
                <a:latin typeface="Arial"/>
                <a:ea typeface="Arial"/>
                <a:cs typeface="Arial"/>
              </a:defRPr>
            </a:lvl2pPr>
            <a:lvl3pPr>
              <a:defRPr sz="1650" b="1">
                <a:solidFill>
                  <a:srgbClr val="C8EB9C"/>
                </a:solidFill>
                <a:latin typeface="Arial"/>
                <a:ea typeface="Arial"/>
                <a:cs typeface="Arial"/>
              </a:defRPr>
            </a:lvl3pPr>
            <a:lvl4pPr>
              <a:defRPr sz="1650" b="1">
                <a:solidFill>
                  <a:srgbClr val="C8EB9C"/>
                </a:solidFill>
                <a:latin typeface="Arial"/>
                <a:ea typeface="Arial"/>
                <a:cs typeface="Arial"/>
              </a:defRPr>
            </a:lvl4pPr>
            <a:lvl5pPr>
              <a:defRPr sz="1650" b="1">
                <a:solidFill>
                  <a:srgbClr val="C8EB9C"/>
                </a:solidFill>
                <a:latin typeface="Arial"/>
                <a:ea typeface="Arial"/>
                <a:cs typeface="Arial"/>
              </a:defRPr>
            </a:lvl5pPr>
            <a:lvl6pPr>
              <a:defRPr sz="1650" b="1">
                <a:solidFill>
                  <a:srgbClr val="C8EB9C"/>
                </a:solidFill>
                <a:latin typeface="Arial"/>
                <a:ea typeface="Arial"/>
                <a:cs typeface="Arial"/>
              </a:defRPr>
            </a:lvl6pPr>
            <a:lvl7pPr>
              <a:defRPr sz="1650" b="1">
                <a:solidFill>
                  <a:srgbClr val="C8EB9C"/>
                </a:solidFill>
                <a:latin typeface="Arial"/>
                <a:ea typeface="Arial"/>
                <a:cs typeface="Arial"/>
              </a:defRPr>
            </a:lvl7pPr>
            <a:lvl8pPr>
              <a:defRPr sz="1650" b="1">
                <a:solidFill>
                  <a:srgbClr val="C8EB9C"/>
                </a:solidFill>
                <a:latin typeface="Arial"/>
                <a:ea typeface="Arial"/>
                <a:cs typeface="Arial"/>
              </a:defRPr>
            </a:lvl8pPr>
            <a:lvl9pPr>
              <a:defRPr sz="1650" b="1">
                <a:solidFill>
                  <a:srgbClr val="C8EB9C"/>
                </a:solidFill>
                <a:latin typeface="Arial"/>
                <a:ea typeface="Arial"/>
                <a:cs typeface="Arial"/>
              </a:defRPr>
            </a:lvl9pPr>
          </a:lstStyle>
          <a:p xmlns:a="http://schemas.openxmlformats.org/drawingml/2006/main">
            <a:pPr>
              <a:defRPr sz="1650" b="1">
                <a:solidFill>
                  <a:srgbClr val="C8EB9C"/>
                </a:solidFill>
                <a:latin typeface="Arial"/>
                <a:ea typeface="Arial"/>
                <a:cs typeface="Arial"/>
              </a:defRPr>
            </a:pPr>
            <a:r>
              <a:rPr sz="1650" b="1">
                <a:solidFill>
                  <a:srgbClr val="C8EB9C"/>
                </a:solidFill>
                <a:latin typeface="Arial"/>
                <a:ea typeface="Arial"/>
                <a:cs typeface="Arial"/>
              </a:rPr>
              <a:t>MANIFEST  ·  TELEMETRY  ·  INCIDENTS  ·  CALIBRATION</a:t>
            </a:r>
          </a:p>
        </p:txBody>
      </p:sp>
    </p:spTree>
    <p:extLst>
      <p:ext uri="{BB962C8B-B14F-4D97-AF65-F5344CB8AC3E}">
        <p14:creationId xmlns:p14="http://schemas.microsoft.com/office/powerpoint/2010/main" val="18504852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F08D184-D923-4526-933D-F9B7ECFE2811}"/>
              </a:ext>
            </a:extLst>
          </p:cNvPr>
          <p:cNvSpPr>
            <a:spLocks xmlns:a="http://schemas.openxmlformats.org/drawingml/2006/main" noGrp="1"/>
          </p:cNvSpPr>
          <p:nvPr/>
        </p:nvSpPr>
        <p:spPr>
          <a:xfrm xmlns:a="http://schemas.openxmlformats.org/drawingml/2006/main">
            <a:off x="609600" y="3810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3B6C5C"/>
                </a:solidFill>
                <a:latin typeface="Arial"/>
                <a:ea typeface="Arial"/>
                <a:cs typeface="Arial"/>
              </a:defRPr>
            </a:defPPr>
            <a:lvl1pPr>
              <a:defRPr sz="1350" b="1">
                <a:solidFill>
                  <a:srgbClr val="3B6C5C"/>
                </a:solidFill>
                <a:latin typeface="Arial"/>
                <a:ea typeface="Arial"/>
                <a:cs typeface="Arial"/>
              </a:defRPr>
            </a:lvl1pPr>
            <a:lvl2pPr>
              <a:defRPr sz="1350" b="1">
                <a:solidFill>
                  <a:srgbClr val="3B6C5C"/>
                </a:solidFill>
                <a:latin typeface="Arial"/>
                <a:ea typeface="Arial"/>
                <a:cs typeface="Arial"/>
              </a:defRPr>
            </a:lvl2pPr>
            <a:lvl3pPr>
              <a:defRPr sz="1350" b="1">
                <a:solidFill>
                  <a:srgbClr val="3B6C5C"/>
                </a:solidFill>
                <a:latin typeface="Arial"/>
                <a:ea typeface="Arial"/>
                <a:cs typeface="Arial"/>
              </a:defRPr>
            </a:lvl3pPr>
            <a:lvl4pPr>
              <a:defRPr sz="1350" b="1">
                <a:solidFill>
                  <a:srgbClr val="3B6C5C"/>
                </a:solidFill>
                <a:latin typeface="Arial"/>
                <a:ea typeface="Arial"/>
                <a:cs typeface="Arial"/>
              </a:defRPr>
            </a:lvl4pPr>
            <a:lvl5pPr>
              <a:defRPr sz="1350" b="1">
                <a:solidFill>
                  <a:srgbClr val="3B6C5C"/>
                </a:solidFill>
                <a:latin typeface="Arial"/>
                <a:ea typeface="Arial"/>
                <a:cs typeface="Arial"/>
              </a:defRPr>
            </a:lvl5pPr>
            <a:lvl6pPr>
              <a:defRPr sz="1350" b="1">
                <a:solidFill>
                  <a:srgbClr val="3B6C5C"/>
                </a:solidFill>
                <a:latin typeface="Arial"/>
                <a:ea typeface="Arial"/>
                <a:cs typeface="Arial"/>
              </a:defRPr>
            </a:lvl6pPr>
            <a:lvl7pPr>
              <a:defRPr sz="1350" b="1">
                <a:solidFill>
                  <a:srgbClr val="3B6C5C"/>
                </a:solidFill>
                <a:latin typeface="Arial"/>
                <a:ea typeface="Arial"/>
                <a:cs typeface="Arial"/>
              </a:defRPr>
            </a:lvl7pPr>
            <a:lvl8pPr>
              <a:defRPr sz="1350" b="1">
                <a:solidFill>
                  <a:srgbClr val="3B6C5C"/>
                </a:solidFill>
                <a:latin typeface="Arial"/>
                <a:ea typeface="Arial"/>
                <a:cs typeface="Arial"/>
              </a:defRPr>
            </a:lvl8pPr>
            <a:lvl9pPr>
              <a:defRPr sz="1350" b="1">
                <a:solidFill>
                  <a:srgbClr val="3B6C5C"/>
                </a:solidFill>
                <a:latin typeface="Arial"/>
                <a:ea typeface="Arial"/>
                <a:cs typeface="Arial"/>
              </a:defRPr>
            </a:lvl9pPr>
          </a:lstStyle>
          <a:p xmlns:a="http://schemas.openxmlformats.org/drawingml/2006/main">
            <a:pPr>
              <a:defRPr sz="1350" b="1">
                <a:solidFill>
                  <a:srgbClr val="3B6C5C"/>
                </a:solidFill>
                <a:latin typeface="Arial"/>
                <a:ea typeface="Arial"/>
                <a:cs typeface="Arial"/>
              </a:defRPr>
            </a:pPr>
            <a:r>
              <a:rPr sz="1350" b="1">
                <a:solidFill>
                  <a:srgbClr val="3B6C5C"/>
                </a:solidFill>
                <a:latin typeface="Arial"/>
                <a:ea typeface="Arial"/>
                <a:cs typeface="Arial"/>
              </a:rPr>
              <a:t>SOLUTION</a:t>
            </a:r>
          </a:p>
        </p:txBody>
      </p:sp>
      <p:sp>
        <p:nvSpPr>
          <p:cNvPr id="2" name="">
            <a:extLst xmlns:a="http://schemas.openxmlformats.org/drawingml/2006/main">
              <a:ext uri="{FF2B5EF4-FFF2-40B4-BE49-F238E27FC236}">
                <a16:creationId xmlns:a16="http://schemas.microsoft.com/office/drawing/2014/main" id="{DEA67991-AC46-4611-8107-CBD32547CA8C}"/>
              </a:ext>
            </a:extLst>
          </p:cNvPr>
          <p:cNvSpPr>
            <a:spLocks xmlns:a="http://schemas.openxmlformats.org/drawingml/2006/main" noGrp="1"/>
          </p:cNvSpPr>
          <p:nvPr/>
        </p:nvSpPr>
        <p:spPr>
          <a:xfrm xmlns:a="http://schemas.openxmlformats.org/drawingml/2006/main">
            <a:off x="609600" y="904875"/>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93442"/>
                </a:solidFill>
                <a:latin typeface="Arial"/>
                <a:ea typeface="Arial"/>
                <a:cs typeface="Arial"/>
              </a:defRPr>
            </a:defPPr>
            <a:lvl1pPr>
              <a:defRPr sz="3300" b="1">
                <a:solidFill>
                  <a:srgbClr val="193442"/>
                </a:solidFill>
                <a:latin typeface="Arial"/>
                <a:ea typeface="Arial"/>
                <a:cs typeface="Arial"/>
              </a:defRPr>
            </a:lvl1pPr>
            <a:lvl2pPr>
              <a:defRPr sz="3300" b="1">
                <a:solidFill>
                  <a:srgbClr val="193442"/>
                </a:solidFill>
                <a:latin typeface="Arial"/>
                <a:ea typeface="Arial"/>
                <a:cs typeface="Arial"/>
              </a:defRPr>
            </a:lvl2pPr>
            <a:lvl3pPr>
              <a:defRPr sz="3300" b="1">
                <a:solidFill>
                  <a:srgbClr val="193442"/>
                </a:solidFill>
                <a:latin typeface="Arial"/>
                <a:ea typeface="Arial"/>
                <a:cs typeface="Arial"/>
              </a:defRPr>
            </a:lvl3pPr>
            <a:lvl4pPr>
              <a:defRPr sz="3300" b="1">
                <a:solidFill>
                  <a:srgbClr val="193442"/>
                </a:solidFill>
                <a:latin typeface="Arial"/>
                <a:ea typeface="Arial"/>
                <a:cs typeface="Arial"/>
              </a:defRPr>
            </a:lvl4pPr>
            <a:lvl5pPr>
              <a:defRPr sz="3300" b="1">
                <a:solidFill>
                  <a:srgbClr val="193442"/>
                </a:solidFill>
                <a:latin typeface="Arial"/>
                <a:ea typeface="Arial"/>
                <a:cs typeface="Arial"/>
              </a:defRPr>
            </a:lvl5pPr>
            <a:lvl6pPr>
              <a:defRPr sz="3300" b="1">
                <a:solidFill>
                  <a:srgbClr val="193442"/>
                </a:solidFill>
                <a:latin typeface="Arial"/>
                <a:ea typeface="Arial"/>
                <a:cs typeface="Arial"/>
              </a:defRPr>
            </a:lvl6pPr>
            <a:lvl7pPr>
              <a:defRPr sz="3300" b="1">
                <a:solidFill>
                  <a:srgbClr val="193442"/>
                </a:solidFill>
                <a:latin typeface="Arial"/>
                <a:ea typeface="Arial"/>
                <a:cs typeface="Arial"/>
              </a:defRPr>
            </a:lvl7pPr>
            <a:lvl8pPr>
              <a:defRPr sz="3300" b="1">
                <a:solidFill>
                  <a:srgbClr val="193442"/>
                </a:solidFill>
                <a:latin typeface="Arial"/>
                <a:ea typeface="Arial"/>
                <a:cs typeface="Arial"/>
              </a:defRPr>
            </a:lvl8pPr>
            <a:lvl9pPr>
              <a:defRPr sz="3300" b="1">
                <a:solidFill>
                  <a:srgbClr val="193442"/>
                </a:solidFill>
                <a:latin typeface="Arial"/>
                <a:ea typeface="Arial"/>
                <a:cs typeface="Arial"/>
              </a:defRPr>
            </a:lvl9pPr>
          </a:lstStyle>
          <a:p xmlns:a="http://schemas.openxmlformats.org/drawingml/2006/main">
            <a:pPr>
              <a:defRPr sz="3300" b="1">
                <a:solidFill>
                  <a:srgbClr val="193442"/>
                </a:solidFill>
                <a:latin typeface="Arial"/>
                <a:ea typeface="Arial"/>
                <a:cs typeface="Arial"/>
              </a:defRPr>
            </a:pPr>
            <a:r>
              <a:rPr sz="3300" b="1">
                <a:solidFill>
                  <a:srgbClr val="193442"/>
                </a:solidFill>
                <a:latin typeface="Arial"/>
                <a:ea typeface="Arial"/>
                <a:cs typeface="Arial"/>
              </a:rPr>
              <a:t>A dossier the operator can inspect</a:t>
            </a:r>
          </a:p>
        </p:txBody>
      </p:sp>
      <p:sp>
        <p:nvSpPr>
          <p:cNvPr id="3" name="">
            <a:extLst xmlns:a="http://schemas.openxmlformats.org/drawingml/2006/main">
              <a:ext uri="{FF2B5EF4-FFF2-40B4-BE49-F238E27FC236}">
                <a16:creationId xmlns:a16="http://schemas.microsoft.com/office/drawing/2014/main" id="{45C81D0E-714A-4391-B568-9A76A8B488B2}"/>
              </a:ext>
            </a:extLst>
          </p:cNvPr>
          <p:cNvSpPr>
            <a:spLocks xmlns:a="http://schemas.openxmlformats.org/drawingml/2006/main" noGrp="1"/>
          </p:cNvSpPr>
          <p:nvPr/>
        </p:nvSpPr>
        <p:spPr>
          <a:xfrm xmlns:a="http://schemas.openxmlformats.org/drawingml/2006/main">
            <a:off x="609600" y="6381750"/>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64747C"/>
                </a:solidFill>
                <a:latin typeface="Arial"/>
                <a:ea typeface="Arial"/>
                <a:cs typeface="Arial"/>
              </a:defRPr>
            </a:defPPr>
            <a:lvl1pPr>
              <a:defRPr sz="975" b="0">
                <a:solidFill>
                  <a:srgbClr val="64747C"/>
                </a:solidFill>
                <a:latin typeface="Arial"/>
                <a:ea typeface="Arial"/>
                <a:cs typeface="Arial"/>
              </a:defRPr>
            </a:lvl1pPr>
            <a:lvl2pPr>
              <a:defRPr sz="975" b="0">
                <a:solidFill>
                  <a:srgbClr val="64747C"/>
                </a:solidFill>
                <a:latin typeface="Arial"/>
                <a:ea typeface="Arial"/>
                <a:cs typeface="Arial"/>
              </a:defRPr>
            </a:lvl2pPr>
            <a:lvl3pPr>
              <a:defRPr sz="975" b="0">
                <a:solidFill>
                  <a:srgbClr val="64747C"/>
                </a:solidFill>
                <a:latin typeface="Arial"/>
                <a:ea typeface="Arial"/>
                <a:cs typeface="Arial"/>
              </a:defRPr>
            </a:lvl3pPr>
            <a:lvl4pPr>
              <a:defRPr sz="975" b="0">
                <a:solidFill>
                  <a:srgbClr val="64747C"/>
                </a:solidFill>
                <a:latin typeface="Arial"/>
                <a:ea typeface="Arial"/>
                <a:cs typeface="Arial"/>
              </a:defRPr>
            </a:lvl4pPr>
            <a:lvl5pPr>
              <a:defRPr sz="975" b="0">
                <a:solidFill>
                  <a:srgbClr val="64747C"/>
                </a:solidFill>
                <a:latin typeface="Arial"/>
                <a:ea typeface="Arial"/>
                <a:cs typeface="Arial"/>
              </a:defRPr>
            </a:lvl5pPr>
            <a:lvl6pPr>
              <a:defRPr sz="975" b="0">
                <a:solidFill>
                  <a:srgbClr val="64747C"/>
                </a:solidFill>
                <a:latin typeface="Arial"/>
                <a:ea typeface="Arial"/>
                <a:cs typeface="Arial"/>
              </a:defRPr>
            </a:lvl6pPr>
            <a:lvl7pPr>
              <a:defRPr sz="975" b="0">
                <a:solidFill>
                  <a:srgbClr val="64747C"/>
                </a:solidFill>
                <a:latin typeface="Arial"/>
                <a:ea typeface="Arial"/>
                <a:cs typeface="Arial"/>
              </a:defRPr>
            </a:lvl7pPr>
            <a:lvl8pPr>
              <a:defRPr sz="975" b="0">
                <a:solidFill>
                  <a:srgbClr val="64747C"/>
                </a:solidFill>
                <a:latin typeface="Arial"/>
                <a:ea typeface="Arial"/>
                <a:cs typeface="Arial"/>
              </a:defRPr>
            </a:lvl8pPr>
            <a:lvl9pPr>
              <a:defRPr sz="975" b="0">
                <a:solidFill>
                  <a:srgbClr val="64747C"/>
                </a:solidFill>
                <a:latin typeface="Arial"/>
                <a:ea typeface="Arial"/>
                <a:cs typeface="Arial"/>
              </a:defRPr>
            </a:lvl9pPr>
          </a:lstStyle>
          <a:p xmlns:a="http://schemas.openxmlformats.org/drawingml/2006/main">
            <a:pPr>
              <a:defRPr sz="975" b="0">
                <a:solidFill>
                  <a:srgbClr val="64747C"/>
                </a:solidFill>
                <a:latin typeface="Arial"/>
                <a:ea typeface="Arial"/>
                <a:cs typeface="Arial"/>
              </a:defRPr>
            </a:pPr>
            <a:r>
              <a:rPr sz="975" b="0">
                <a:solidFill>
                  <a:srgbClr val="64747C"/>
                </a:solidFill>
                <a:latin typeface="Arial"/>
                <a:ea typeface="Arial"/>
                <a:cs typeface="Arial"/>
              </a:rPr>
              <a:t>TRACEHARBOR  /  OPEN AGENT HACKATHON 2026</a:t>
            </a:r>
          </a:p>
        </p:txBody>
      </p:sp>
      <p:sp>
        <p:nvSpPr>
          <p:cNvPr id="4" name="">
            <a:extLst xmlns:a="http://schemas.openxmlformats.org/drawingml/2006/main">
              <a:ext uri="{FF2B5EF4-FFF2-40B4-BE49-F238E27FC236}">
                <a16:creationId xmlns:a16="http://schemas.microsoft.com/office/drawing/2014/main" id="{9BDEF716-A03C-4129-9B2D-CFEB213ACE3C}"/>
              </a:ext>
            </a:extLst>
          </p:cNvPr>
          <p:cNvSpPr>
            <a:spLocks xmlns:a="http://schemas.openxmlformats.org/drawingml/2006/main" noGrp="1"/>
          </p:cNvSpPr>
          <p:nvPr/>
        </p:nvSpPr>
        <p:spPr>
          <a:xfrm xmlns:a="http://schemas.openxmlformats.org/drawingml/2006/main">
            <a:off x="11239500" y="633412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00" b="0">
                <a:solidFill>
                  <a:srgbClr val="64747C"/>
                </a:solidFill>
                <a:latin typeface="Arial"/>
                <a:ea typeface="Arial"/>
                <a:cs typeface="Arial"/>
              </a:defRPr>
            </a:defPPr>
            <a:lvl1pPr>
              <a:defRPr sz="1200" b="0">
                <a:solidFill>
                  <a:srgbClr val="64747C"/>
                </a:solidFill>
                <a:latin typeface="Arial"/>
                <a:ea typeface="Arial"/>
                <a:cs typeface="Arial"/>
              </a:defRPr>
            </a:lvl1pPr>
            <a:lvl2pPr>
              <a:defRPr sz="1200" b="0">
                <a:solidFill>
                  <a:srgbClr val="64747C"/>
                </a:solidFill>
                <a:latin typeface="Arial"/>
                <a:ea typeface="Arial"/>
                <a:cs typeface="Arial"/>
              </a:defRPr>
            </a:lvl2pPr>
            <a:lvl3pPr>
              <a:defRPr sz="1200" b="0">
                <a:solidFill>
                  <a:srgbClr val="64747C"/>
                </a:solidFill>
                <a:latin typeface="Arial"/>
                <a:ea typeface="Arial"/>
                <a:cs typeface="Arial"/>
              </a:defRPr>
            </a:lvl3pPr>
            <a:lvl4pPr>
              <a:defRPr sz="1200" b="0">
                <a:solidFill>
                  <a:srgbClr val="64747C"/>
                </a:solidFill>
                <a:latin typeface="Arial"/>
                <a:ea typeface="Arial"/>
                <a:cs typeface="Arial"/>
              </a:defRPr>
            </a:lvl4pPr>
            <a:lvl5pPr>
              <a:defRPr sz="1200" b="0">
                <a:solidFill>
                  <a:srgbClr val="64747C"/>
                </a:solidFill>
                <a:latin typeface="Arial"/>
                <a:ea typeface="Arial"/>
                <a:cs typeface="Arial"/>
              </a:defRPr>
            </a:lvl5pPr>
            <a:lvl6pPr>
              <a:defRPr sz="1200" b="0">
                <a:solidFill>
                  <a:srgbClr val="64747C"/>
                </a:solidFill>
                <a:latin typeface="Arial"/>
                <a:ea typeface="Arial"/>
                <a:cs typeface="Arial"/>
              </a:defRPr>
            </a:lvl6pPr>
            <a:lvl7pPr>
              <a:defRPr sz="1200" b="0">
                <a:solidFill>
                  <a:srgbClr val="64747C"/>
                </a:solidFill>
                <a:latin typeface="Arial"/>
                <a:ea typeface="Arial"/>
                <a:cs typeface="Arial"/>
              </a:defRPr>
            </a:lvl7pPr>
            <a:lvl8pPr>
              <a:defRPr sz="1200" b="0">
                <a:solidFill>
                  <a:srgbClr val="64747C"/>
                </a:solidFill>
                <a:latin typeface="Arial"/>
                <a:ea typeface="Arial"/>
                <a:cs typeface="Arial"/>
              </a:defRPr>
            </a:lvl8pPr>
            <a:lvl9pPr>
              <a:defRPr sz="1200" b="0">
                <a:solidFill>
                  <a:srgbClr val="64747C"/>
                </a:solidFill>
                <a:latin typeface="Arial"/>
                <a:ea typeface="Arial"/>
                <a:cs typeface="Arial"/>
              </a:defRPr>
            </a:lvl9pPr>
          </a:lstStyle>
          <a:p xmlns:a="http://schemas.openxmlformats.org/drawingml/2006/main">
            <a:pPr>
              <a:defRPr sz="1200" b="0">
                <a:solidFill>
                  <a:srgbClr val="64747C"/>
                </a:solidFill>
                <a:latin typeface="Arial"/>
                <a:ea typeface="Arial"/>
                <a:cs typeface="Arial"/>
              </a:defRPr>
            </a:pPr>
            <a:r>
              <a:rPr sz="1200" b="0">
                <a:solidFill>
                  <a:srgbClr val="64747C"/>
                </a:solidFill>
                <a:latin typeface="Arial"/>
                <a:ea typeface="Arial"/>
                <a:cs typeface="Arial"/>
              </a:rPr>
              <a:t>2</a:t>
            </a:r>
          </a:p>
        </p:txBody>
      </p:sp>
      <p:sp>
        <p:nvSpPr>
          <p:cNvPr id="5" name="">
            <a:extLst xmlns:a="http://schemas.openxmlformats.org/drawingml/2006/main">
              <a:ext uri="{FF2B5EF4-FFF2-40B4-BE49-F238E27FC236}">
                <a16:creationId xmlns:a16="http://schemas.microsoft.com/office/drawing/2014/main" id="{F6F1FD76-57E4-4FA1-B0D9-196F493CD542}"/>
              </a:ext>
            </a:extLst>
          </p:cNvPr>
          <p:cNvSpPr>
            <a:spLocks xmlns:a="http://schemas.openxmlformats.org/drawingml/2006/main" noGrp="1"/>
          </p:cNvSpPr>
          <p:nvPr/>
        </p:nvSpPr>
        <p:spPr>
          <a:xfrm xmlns:a="http://schemas.openxmlformats.org/drawingml/2006/main">
            <a:off x="609600" y="2266950"/>
            <a:ext cx="3333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b="1">
                <a:solidFill>
                  <a:srgbClr val="193442"/>
                </a:solidFill>
                <a:latin typeface="Arial"/>
                <a:ea typeface="Arial"/>
                <a:cs typeface="Arial"/>
              </a:defRPr>
            </a:defPPr>
            <a:lvl1pPr>
              <a:defRPr sz="2175" b="1">
                <a:solidFill>
                  <a:srgbClr val="193442"/>
                </a:solidFill>
                <a:latin typeface="Arial"/>
                <a:ea typeface="Arial"/>
                <a:cs typeface="Arial"/>
              </a:defRPr>
            </a:lvl1pPr>
            <a:lvl2pPr>
              <a:defRPr sz="2175" b="1">
                <a:solidFill>
                  <a:srgbClr val="193442"/>
                </a:solidFill>
                <a:latin typeface="Arial"/>
                <a:ea typeface="Arial"/>
                <a:cs typeface="Arial"/>
              </a:defRPr>
            </a:lvl2pPr>
            <a:lvl3pPr>
              <a:defRPr sz="2175" b="1">
                <a:solidFill>
                  <a:srgbClr val="193442"/>
                </a:solidFill>
                <a:latin typeface="Arial"/>
                <a:ea typeface="Arial"/>
                <a:cs typeface="Arial"/>
              </a:defRPr>
            </a:lvl3pPr>
            <a:lvl4pPr>
              <a:defRPr sz="2175" b="1">
                <a:solidFill>
                  <a:srgbClr val="193442"/>
                </a:solidFill>
                <a:latin typeface="Arial"/>
                <a:ea typeface="Arial"/>
                <a:cs typeface="Arial"/>
              </a:defRPr>
            </a:lvl4pPr>
            <a:lvl5pPr>
              <a:defRPr sz="2175" b="1">
                <a:solidFill>
                  <a:srgbClr val="193442"/>
                </a:solidFill>
                <a:latin typeface="Arial"/>
                <a:ea typeface="Arial"/>
                <a:cs typeface="Arial"/>
              </a:defRPr>
            </a:lvl5pPr>
            <a:lvl6pPr>
              <a:defRPr sz="2175" b="1">
                <a:solidFill>
                  <a:srgbClr val="193442"/>
                </a:solidFill>
                <a:latin typeface="Arial"/>
                <a:ea typeface="Arial"/>
                <a:cs typeface="Arial"/>
              </a:defRPr>
            </a:lvl6pPr>
            <a:lvl7pPr>
              <a:defRPr sz="2175" b="1">
                <a:solidFill>
                  <a:srgbClr val="193442"/>
                </a:solidFill>
                <a:latin typeface="Arial"/>
                <a:ea typeface="Arial"/>
                <a:cs typeface="Arial"/>
              </a:defRPr>
            </a:lvl7pPr>
            <a:lvl8pPr>
              <a:defRPr sz="2175" b="1">
                <a:solidFill>
                  <a:srgbClr val="193442"/>
                </a:solidFill>
                <a:latin typeface="Arial"/>
                <a:ea typeface="Arial"/>
                <a:cs typeface="Arial"/>
              </a:defRPr>
            </a:lvl8pPr>
            <a:lvl9pPr>
              <a:defRPr sz="2175" b="1">
                <a:solidFill>
                  <a:srgbClr val="193442"/>
                </a:solidFill>
                <a:latin typeface="Arial"/>
                <a:ea typeface="Arial"/>
                <a:cs typeface="Arial"/>
              </a:defRPr>
            </a:lvl9pPr>
          </a:lstStyle>
          <a:p xmlns:a="http://schemas.openxmlformats.org/drawingml/2006/main">
            <a:pPr>
              <a:defRPr sz="2175" b="1">
                <a:solidFill>
                  <a:srgbClr val="193442"/>
                </a:solidFill>
                <a:latin typeface="Arial"/>
                <a:ea typeface="Arial"/>
                <a:cs typeface="Arial"/>
              </a:defRPr>
            </a:pPr>
            <a:r>
              <a:rPr sz="2175" b="1">
                <a:solidFill>
                  <a:srgbClr val="193442"/>
                </a:solidFill>
                <a:latin typeface="Arial"/>
                <a:ea typeface="Arial"/>
                <a:cs typeface="Arial"/>
              </a:rPr>
              <a:t>Findings cite the records.</a:t>
            </a:r>
          </a:p>
          <a:p xmlns:a="http://schemas.openxmlformats.org/drawingml/2006/main">
            <a:pPr>
              <a:defRPr sz="2175" b="1">
                <a:solidFill>
                  <a:srgbClr val="193442"/>
                </a:solidFill>
                <a:latin typeface="Arial"/>
                <a:ea typeface="Arial"/>
                <a:cs typeface="Arial"/>
              </a:defRPr>
            </a:pPr>
            <a:r>
              <a:rPr sz="2175" b="1">
                <a:solidFill>
                  <a:srgbClr val="193442"/>
                </a:solidFill>
                <a:latin typeface="Arial"/>
                <a:ea typeface="Arial"/>
                <a:cs typeface="Arial"/>
              </a:rPr>
              <a:t>Conflicts stay visible.</a:t>
            </a:r>
          </a:p>
          <a:p xmlns:a="http://schemas.openxmlformats.org/drawingml/2006/main">
            <a:pPr>
              <a:defRPr sz="2175" b="1">
                <a:solidFill>
                  <a:srgbClr val="193442"/>
                </a:solidFill>
                <a:latin typeface="Arial"/>
                <a:ea typeface="Arial"/>
                <a:cs typeface="Arial"/>
              </a:defRPr>
            </a:pPr>
            <a:r>
              <a:rPr sz="2175" b="1">
                <a:solidFill>
                  <a:srgbClr val="193442"/>
                </a:solidFill>
                <a:latin typeface="Arial"/>
                <a:ea typeface="Arial"/>
                <a:cs typeface="Arial"/>
              </a:rPr>
              <a:t>Missing evidence stays missing.</a:t>
            </a:r>
          </a:p>
        </p:txBody>
      </p:sp>
      <p:sp>
        <p:nvSpPr>
          <p:cNvPr id="6" name="">
            <a:extLst xmlns:a="http://schemas.openxmlformats.org/drawingml/2006/main">
              <a:ext uri="{FF2B5EF4-FFF2-40B4-BE49-F238E27FC236}">
                <a16:creationId xmlns:a16="http://schemas.microsoft.com/office/drawing/2014/main" id="{AD93FAD3-1A62-4DB7-8F24-7292583E35ED}"/>
              </a:ext>
            </a:extLst>
          </p:cNvPr>
          <p:cNvSpPr>
            <a:spLocks xmlns:a="http://schemas.openxmlformats.org/drawingml/2006/main" noGrp="1"/>
          </p:cNvSpPr>
          <p:nvPr/>
        </p:nvSpPr>
        <p:spPr>
          <a:xfrm xmlns:a="http://schemas.openxmlformats.org/drawingml/2006/main">
            <a:off x="609600" y="4438650"/>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64747C"/>
                </a:solidFill>
                <a:latin typeface="Arial"/>
                <a:ea typeface="Arial"/>
                <a:cs typeface="Arial"/>
              </a:defRPr>
            </a:defPPr>
            <a:lvl1pPr>
              <a:defRPr sz="1950" b="0">
                <a:solidFill>
                  <a:srgbClr val="64747C"/>
                </a:solidFill>
                <a:latin typeface="Arial"/>
                <a:ea typeface="Arial"/>
                <a:cs typeface="Arial"/>
              </a:defRPr>
            </a:lvl1pPr>
            <a:lvl2pPr>
              <a:defRPr sz="1950" b="0">
                <a:solidFill>
                  <a:srgbClr val="64747C"/>
                </a:solidFill>
                <a:latin typeface="Arial"/>
                <a:ea typeface="Arial"/>
                <a:cs typeface="Arial"/>
              </a:defRPr>
            </a:lvl2pPr>
            <a:lvl3pPr>
              <a:defRPr sz="1950" b="0">
                <a:solidFill>
                  <a:srgbClr val="64747C"/>
                </a:solidFill>
                <a:latin typeface="Arial"/>
                <a:ea typeface="Arial"/>
                <a:cs typeface="Arial"/>
              </a:defRPr>
            </a:lvl3pPr>
            <a:lvl4pPr>
              <a:defRPr sz="1950" b="0">
                <a:solidFill>
                  <a:srgbClr val="64747C"/>
                </a:solidFill>
                <a:latin typeface="Arial"/>
                <a:ea typeface="Arial"/>
                <a:cs typeface="Arial"/>
              </a:defRPr>
            </a:lvl4pPr>
            <a:lvl5pPr>
              <a:defRPr sz="1950" b="0">
                <a:solidFill>
                  <a:srgbClr val="64747C"/>
                </a:solidFill>
                <a:latin typeface="Arial"/>
                <a:ea typeface="Arial"/>
                <a:cs typeface="Arial"/>
              </a:defRPr>
            </a:lvl5pPr>
            <a:lvl6pPr>
              <a:defRPr sz="1950" b="0">
                <a:solidFill>
                  <a:srgbClr val="64747C"/>
                </a:solidFill>
                <a:latin typeface="Arial"/>
                <a:ea typeface="Arial"/>
                <a:cs typeface="Arial"/>
              </a:defRPr>
            </a:lvl6pPr>
            <a:lvl7pPr>
              <a:defRPr sz="1950" b="0">
                <a:solidFill>
                  <a:srgbClr val="64747C"/>
                </a:solidFill>
                <a:latin typeface="Arial"/>
                <a:ea typeface="Arial"/>
                <a:cs typeface="Arial"/>
              </a:defRPr>
            </a:lvl7pPr>
            <a:lvl8pPr>
              <a:defRPr sz="1950" b="0">
                <a:solidFill>
                  <a:srgbClr val="64747C"/>
                </a:solidFill>
                <a:latin typeface="Arial"/>
                <a:ea typeface="Arial"/>
                <a:cs typeface="Arial"/>
              </a:defRPr>
            </a:lvl8pPr>
            <a:lvl9pPr>
              <a:defRPr sz="1950" b="0">
                <a:solidFill>
                  <a:srgbClr val="64747C"/>
                </a:solidFill>
                <a:latin typeface="Arial"/>
                <a:ea typeface="Arial"/>
                <a:cs typeface="Arial"/>
              </a:defRPr>
            </a:lvl9pPr>
          </a:lstStyle>
          <a:p xmlns:a="http://schemas.openxmlformats.org/drawingml/2006/main">
            <a:pPr>
              <a:defRPr sz="1950" b="0">
                <a:solidFill>
                  <a:srgbClr val="64747C"/>
                </a:solidFill>
                <a:latin typeface="Arial"/>
                <a:ea typeface="Arial"/>
                <a:cs typeface="Arial"/>
              </a:defRPr>
            </a:pPr>
            <a:r>
              <a:rPr sz="1950" b="0">
                <a:solidFill>
                  <a:srgbClr val="64747C"/>
                </a:solidFill>
                <a:latin typeface="Arial"/>
                <a:ea typeface="Arial"/>
                <a:cs typeface="Arial"/>
              </a:rPr>
              <a:t>The next action belongs</a:t>
            </a:r>
          </a:p>
          <a:p xmlns:a="http://schemas.openxmlformats.org/drawingml/2006/main">
            <a:pPr>
              <a:defRPr sz="1950" b="0">
                <a:solidFill>
                  <a:srgbClr val="64747C"/>
                </a:solidFill>
                <a:latin typeface="Arial"/>
                <a:ea typeface="Arial"/>
                <a:cs typeface="Arial"/>
              </a:defRPr>
            </a:pPr>
            <a:r>
              <a:rPr sz="1950" b="0">
                <a:solidFill>
                  <a:srgbClr val="64747C"/>
                </a:solidFill>
                <a:latin typeface="Arial"/>
                <a:ea typeface="Arial"/>
                <a:cs typeface="Arial"/>
              </a:rPr>
              <a:t>to the human operator.</a:t>
            </a:r>
          </a:p>
        </p:txBody>
      </p:sp>
      <p:pic>
        <p:nvPicPr>
          <p:cNvPr id="7" name="">
            <a:extLst xmlns:a="http://schemas.openxmlformats.org/drawingml/2006/main">
              <a:ext uri="{FF2B5EF4-FFF2-40B4-BE49-F238E27FC236}">
                <a16:creationId xmlns:a16="http://schemas.microsoft.com/office/drawing/2014/main" id="{2D572752-2F4F-4C7E-998D-7EDB063C70D0}"/>
              </a:ext>
            </a:extLst>
          </p:cNvPr>
          <p:cNvPicPr>
            <a:picLocks xmlns:a="http://schemas.openxmlformats.org/drawingml/2006/main" noChangeAspect="1"/>
          </p:cNvPicPr>
          <p:nvPr/>
        </p:nvPicPr>
        <p:blipFill>
          <a:blip xmlns:r="http://schemas.openxmlformats.org/officeDocument/2006/relationships" xmlns:a="http://schemas.openxmlformats.org/drawingml/2006/main" r:embed="R62ed3ab7dac447cf"/>
          <a:srcRect xmlns:a="http://schemas.openxmlformats.org/drawingml/2006/main" l="20700" t="15000" r="1600" b="60000"/>
          <a:stretch xmlns:a="http://schemas.openxmlformats.org/drawingml/2006/main"/>
        </p:blipFill>
        <p:spPr>
          <a:xfrm xmlns:a="http://schemas.openxmlformats.org/drawingml/2006/main">
            <a:off x="4238625" y="2047875"/>
            <a:ext cx="7334250" cy="3905250"/>
          </a:xfrm>
          <a:prstGeom xmlns:a="http://schemas.openxmlformats.org/drawingml/2006/main" prst="rect">
            <a:avLst/>
          </a:prstGeom>
        </p:spPr>
      </p:pic>
    </p:spTree>
    <p:extLst>
      <p:ext uri="{BB962C8B-B14F-4D97-AF65-F5344CB8AC3E}">
        <p14:creationId xmlns:p14="http://schemas.microsoft.com/office/powerpoint/2010/main" val="155645956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A93DFAE-11D3-4636-9149-62B93378EAF9}"/>
              </a:ext>
            </a:extLst>
          </p:cNvPr>
          <p:cNvSpPr>
            <a:spLocks xmlns:a="http://schemas.openxmlformats.org/drawingml/2006/main" noGrp="1"/>
          </p:cNvSpPr>
          <p:nvPr/>
        </p:nvSpPr>
        <p:spPr>
          <a:xfrm xmlns:a="http://schemas.openxmlformats.org/drawingml/2006/main">
            <a:off x="609600" y="3810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3B6C5C"/>
                </a:solidFill>
                <a:latin typeface="Arial"/>
                <a:ea typeface="Arial"/>
                <a:cs typeface="Arial"/>
              </a:defRPr>
            </a:defPPr>
            <a:lvl1pPr>
              <a:defRPr sz="1350" b="1">
                <a:solidFill>
                  <a:srgbClr val="3B6C5C"/>
                </a:solidFill>
                <a:latin typeface="Arial"/>
                <a:ea typeface="Arial"/>
                <a:cs typeface="Arial"/>
              </a:defRPr>
            </a:lvl1pPr>
            <a:lvl2pPr>
              <a:defRPr sz="1350" b="1">
                <a:solidFill>
                  <a:srgbClr val="3B6C5C"/>
                </a:solidFill>
                <a:latin typeface="Arial"/>
                <a:ea typeface="Arial"/>
                <a:cs typeface="Arial"/>
              </a:defRPr>
            </a:lvl2pPr>
            <a:lvl3pPr>
              <a:defRPr sz="1350" b="1">
                <a:solidFill>
                  <a:srgbClr val="3B6C5C"/>
                </a:solidFill>
                <a:latin typeface="Arial"/>
                <a:ea typeface="Arial"/>
                <a:cs typeface="Arial"/>
              </a:defRPr>
            </a:lvl3pPr>
            <a:lvl4pPr>
              <a:defRPr sz="1350" b="1">
                <a:solidFill>
                  <a:srgbClr val="3B6C5C"/>
                </a:solidFill>
                <a:latin typeface="Arial"/>
                <a:ea typeface="Arial"/>
                <a:cs typeface="Arial"/>
              </a:defRPr>
            </a:lvl4pPr>
            <a:lvl5pPr>
              <a:defRPr sz="1350" b="1">
                <a:solidFill>
                  <a:srgbClr val="3B6C5C"/>
                </a:solidFill>
                <a:latin typeface="Arial"/>
                <a:ea typeface="Arial"/>
                <a:cs typeface="Arial"/>
              </a:defRPr>
            </a:lvl5pPr>
            <a:lvl6pPr>
              <a:defRPr sz="1350" b="1">
                <a:solidFill>
                  <a:srgbClr val="3B6C5C"/>
                </a:solidFill>
                <a:latin typeface="Arial"/>
                <a:ea typeface="Arial"/>
                <a:cs typeface="Arial"/>
              </a:defRPr>
            </a:lvl6pPr>
            <a:lvl7pPr>
              <a:defRPr sz="1350" b="1">
                <a:solidFill>
                  <a:srgbClr val="3B6C5C"/>
                </a:solidFill>
                <a:latin typeface="Arial"/>
                <a:ea typeface="Arial"/>
                <a:cs typeface="Arial"/>
              </a:defRPr>
            </a:lvl7pPr>
            <a:lvl8pPr>
              <a:defRPr sz="1350" b="1">
                <a:solidFill>
                  <a:srgbClr val="3B6C5C"/>
                </a:solidFill>
                <a:latin typeface="Arial"/>
                <a:ea typeface="Arial"/>
                <a:cs typeface="Arial"/>
              </a:defRPr>
            </a:lvl8pPr>
            <a:lvl9pPr>
              <a:defRPr sz="1350" b="1">
                <a:solidFill>
                  <a:srgbClr val="3B6C5C"/>
                </a:solidFill>
                <a:latin typeface="Arial"/>
                <a:ea typeface="Arial"/>
                <a:cs typeface="Arial"/>
              </a:defRPr>
            </a:lvl9pPr>
          </a:lstStyle>
          <a:p xmlns:a="http://schemas.openxmlformats.org/drawingml/2006/main">
            <a:pPr>
              <a:defRPr sz="1350" b="1">
                <a:solidFill>
                  <a:srgbClr val="3B6C5C"/>
                </a:solidFill>
                <a:latin typeface="Arial"/>
                <a:ea typeface="Arial"/>
                <a:cs typeface="Arial"/>
              </a:defRPr>
            </a:pPr>
            <a:r>
              <a:rPr sz="1350" b="1">
                <a:solidFill>
                  <a:srgbClr val="3B6C5C"/>
                </a:solidFill>
                <a:latin typeface="Arial"/>
                <a:ea typeface="Arial"/>
                <a:cs typeface="Arial"/>
              </a:rPr>
              <a:t>AGENT WORKFLOW</a:t>
            </a:r>
          </a:p>
        </p:txBody>
      </p:sp>
      <p:sp>
        <p:nvSpPr>
          <p:cNvPr id="2" name="">
            <a:extLst xmlns:a="http://schemas.openxmlformats.org/drawingml/2006/main">
              <a:ext uri="{FF2B5EF4-FFF2-40B4-BE49-F238E27FC236}">
                <a16:creationId xmlns:a16="http://schemas.microsoft.com/office/drawing/2014/main" id="{46FFE6C6-2F56-4D0A-9639-22769DBDDF6A}"/>
              </a:ext>
            </a:extLst>
          </p:cNvPr>
          <p:cNvSpPr>
            <a:spLocks xmlns:a="http://schemas.openxmlformats.org/drawingml/2006/main" noGrp="1"/>
          </p:cNvSpPr>
          <p:nvPr/>
        </p:nvSpPr>
        <p:spPr>
          <a:xfrm xmlns:a="http://schemas.openxmlformats.org/drawingml/2006/main">
            <a:off x="609600" y="904875"/>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93442"/>
                </a:solidFill>
                <a:latin typeface="Arial"/>
                <a:ea typeface="Arial"/>
                <a:cs typeface="Arial"/>
              </a:defRPr>
            </a:defPPr>
            <a:lvl1pPr>
              <a:defRPr sz="3300" b="1">
                <a:solidFill>
                  <a:srgbClr val="193442"/>
                </a:solidFill>
                <a:latin typeface="Arial"/>
                <a:ea typeface="Arial"/>
                <a:cs typeface="Arial"/>
              </a:defRPr>
            </a:lvl1pPr>
            <a:lvl2pPr>
              <a:defRPr sz="3300" b="1">
                <a:solidFill>
                  <a:srgbClr val="193442"/>
                </a:solidFill>
                <a:latin typeface="Arial"/>
                <a:ea typeface="Arial"/>
                <a:cs typeface="Arial"/>
              </a:defRPr>
            </a:lvl2pPr>
            <a:lvl3pPr>
              <a:defRPr sz="3300" b="1">
                <a:solidFill>
                  <a:srgbClr val="193442"/>
                </a:solidFill>
                <a:latin typeface="Arial"/>
                <a:ea typeface="Arial"/>
                <a:cs typeface="Arial"/>
              </a:defRPr>
            </a:lvl3pPr>
            <a:lvl4pPr>
              <a:defRPr sz="3300" b="1">
                <a:solidFill>
                  <a:srgbClr val="193442"/>
                </a:solidFill>
                <a:latin typeface="Arial"/>
                <a:ea typeface="Arial"/>
                <a:cs typeface="Arial"/>
              </a:defRPr>
            </a:lvl4pPr>
            <a:lvl5pPr>
              <a:defRPr sz="3300" b="1">
                <a:solidFill>
                  <a:srgbClr val="193442"/>
                </a:solidFill>
                <a:latin typeface="Arial"/>
                <a:ea typeface="Arial"/>
                <a:cs typeface="Arial"/>
              </a:defRPr>
            </a:lvl5pPr>
            <a:lvl6pPr>
              <a:defRPr sz="3300" b="1">
                <a:solidFill>
                  <a:srgbClr val="193442"/>
                </a:solidFill>
                <a:latin typeface="Arial"/>
                <a:ea typeface="Arial"/>
                <a:cs typeface="Arial"/>
              </a:defRPr>
            </a:lvl6pPr>
            <a:lvl7pPr>
              <a:defRPr sz="3300" b="1">
                <a:solidFill>
                  <a:srgbClr val="193442"/>
                </a:solidFill>
                <a:latin typeface="Arial"/>
                <a:ea typeface="Arial"/>
                <a:cs typeface="Arial"/>
              </a:defRPr>
            </a:lvl7pPr>
            <a:lvl8pPr>
              <a:defRPr sz="3300" b="1">
                <a:solidFill>
                  <a:srgbClr val="193442"/>
                </a:solidFill>
                <a:latin typeface="Arial"/>
                <a:ea typeface="Arial"/>
                <a:cs typeface="Arial"/>
              </a:defRPr>
            </a:lvl8pPr>
            <a:lvl9pPr>
              <a:defRPr sz="3300" b="1">
                <a:solidFill>
                  <a:srgbClr val="193442"/>
                </a:solidFill>
                <a:latin typeface="Arial"/>
                <a:ea typeface="Arial"/>
                <a:cs typeface="Arial"/>
              </a:defRPr>
            </a:lvl9pPr>
          </a:lstStyle>
          <a:p xmlns:a="http://schemas.openxmlformats.org/drawingml/2006/main">
            <a:pPr>
              <a:defRPr sz="3300" b="1">
                <a:solidFill>
                  <a:srgbClr val="193442"/>
                </a:solidFill>
                <a:latin typeface="Arial"/>
                <a:ea typeface="Arial"/>
                <a:cs typeface="Arial"/>
              </a:defRPr>
            </a:pPr>
            <a:r>
              <a:rPr sz="3300" b="1">
                <a:solidFill>
                  <a:srgbClr val="193442"/>
                </a:solidFill>
                <a:latin typeface="Arial"/>
                <a:ea typeface="Arial"/>
                <a:cs typeface="Arial"/>
              </a:rPr>
              <a:t>The critic has a concrete job</a:t>
            </a:r>
          </a:p>
        </p:txBody>
      </p:sp>
      <p:sp>
        <p:nvSpPr>
          <p:cNvPr id="3" name="">
            <a:extLst xmlns:a="http://schemas.openxmlformats.org/drawingml/2006/main">
              <a:ext uri="{FF2B5EF4-FFF2-40B4-BE49-F238E27FC236}">
                <a16:creationId xmlns:a16="http://schemas.microsoft.com/office/drawing/2014/main" id="{521B26C5-E849-4072-ABBF-8AF1ED03CB1D}"/>
              </a:ext>
            </a:extLst>
          </p:cNvPr>
          <p:cNvSpPr>
            <a:spLocks xmlns:a="http://schemas.openxmlformats.org/drawingml/2006/main" noGrp="1"/>
          </p:cNvSpPr>
          <p:nvPr/>
        </p:nvSpPr>
        <p:spPr>
          <a:xfrm xmlns:a="http://schemas.openxmlformats.org/drawingml/2006/main">
            <a:off x="609600" y="6381750"/>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64747C"/>
                </a:solidFill>
                <a:latin typeface="Arial"/>
                <a:ea typeface="Arial"/>
                <a:cs typeface="Arial"/>
              </a:defRPr>
            </a:defPPr>
            <a:lvl1pPr>
              <a:defRPr sz="975" b="0">
                <a:solidFill>
                  <a:srgbClr val="64747C"/>
                </a:solidFill>
                <a:latin typeface="Arial"/>
                <a:ea typeface="Arial"/>
                <a:cs typeface="Arial"/>
              </a:defRPr>
            </a:lvl1pPr>
            <a:lvl2pPr>
              <a:defRPr sz="975" b="0">
                <a:solidFill>
                  <a:srgbClr val="64747C"/>
                </a:solidFill>
                <a:latin typeface="Arial"/>
                <a:ea typeface="Arial"/>
                <a:cs typeface="Arial"/>
              </a:defRPr>
            </a:lvl2pPr>
            <a:lvl3pPr>
              <a:defRPr sz="975" b="0">
                <a:solidFill>
                  <a:srgbClr val="64747C"/>
                </a:solidFill>
                <a:latin typeface="Arial"/>
                <a:ea typeface="Arial"/>
                <a:cs typeface="Arial"/>
              </a:defRPr>
            </a:lvl3pPr>
            <a:lvl4pPr>
              <a:defRPr sz="975" b="0">
                <a:solidFill>
                  <a:srgbClr val="64747C"/>
                </a:solidFill>
                <a:latin typeface="Arial"/>
                <a:ea typeface="Arial"/>
                <a:cs typeface="Arial"/>
              </a:defRPr>
            </a:lvl4pPr>
            <a:lvl5pPr>
              <a:defRPr sz="975" b="0">
                <a:solidFill>
                  <a:srgbClr val="64747C"/>
                </a:solidFill>
                <a:latin typeface="Arial"/>
                <a:ea typeface="Arial"/>
                <a:cs typeface="Arial"/>
              </a:defRPr>
            </a:lvl5pPr>
            <a:lvl6pPr>
              <a:defRPr sz="975" b="0">
                <a:solidFill>
                  <a:srgbClr val="64747C"/>
                </a:solidFill>
                <a:latin typeface="Arial"/>
                <a:ea typeface="Arial"/>
                <a:cs typeface="Arial"/>
              </a:defRPr>
            </a:lvl6pPr>
            <a:lvl7pPr>
              <a:defRPr sz="975" b="0">
                <a:solidFill>
                  <a:srgbClr val="64747C"/>
                </a:solidFill>
                <a:latin typeface="Arial"/>
                <a:ea typeface="Arial"/>
                <a:cs typeface="Arial"/>
              </a:defRPr>
            </a:lvl7pPr>
            <a:lvl8pPr>
              <a:defRPr sz="975" b="0">
                <a:solidFill>
                  <a:srgbClr val="64747C"/>
                </a:solidFill>
                <a:latin typeface="Arial"/>
                <a:ea typeface="Arial"/>
                <a:cs typeface="Arial"/>
              </a:defRPr>
            </a:lvl8pPr>
            <a:lvl9pPr>
              <a:defRPr sz="975" b="0">
                <a:solidFill>
                  <a:srgbClr val="64747C"/>
                </a:solidFill>
                <a:latin typeface="Arial"/>
                <a:ea typeface="Arial"/>
                <a:cs typeface="Arial"/>
              </a:defRPr>
            </a:lvl9pPr>
          </a:lstStyle>
          <a:p xmlns:a="http://schemas.openxmlformats.org/drawingml/2006/main">
            <a:pPr>
              <a:defRPr sz="975" b="0">
                <a:solidFill>
                  <a:srgbClr val="64747C"/>
                </a:solidFill>
                <a:latin typeface="Arial"/>
                <a:ea typeface="Arial"/>
                <a:cs typeface="Arial"/>
              </a:defRPr>
            </a:pPr>
            <a:r>
              <a:rPr sz="975" b="0">
                <a:solidFill>
                  <a:srgbClr val="64747C"/>
                </a:solidFill>
                <a:latin typeface="Arial"/>
                <a:ea typeface="Arial"/>
                <a:cs typeface="Arial"/>
              </a:rPr>
              <a:t>TRACEHARBOR  /  OPEN AGENT HACKATHON 2026</a:t>
            </a:r>
          </a:p>
        </p:txBody>
      </p:sp>
      <p:sp>
        <p:nvSpPr>
          <p:cNvPr id="4" name="">
            <a:extLst xmlns:a="http://schemas.openxmlformats.org/drawingml/2006/main">
              <a:ext uri="{FF2B5EF4-FFF2-40B4-BE49-F238E27FC236}">
                <a16:creationId xmlns:a16="http://schemas.microsoft.com/office/drawing/2014/main" id="{E33F9D51-8069-4A2D-BBB7-BDEBA308BE4D}"/>
              </a:ext>
            </a:extLst>
          </p:cNvPr>
          <p:cNvSpPr>
            <a:spLocks xmlns:a="http://schemas.openxmlformats.org/drawingml/2006/main" noGrp="1"/>
          </p:cNvSpPr>
          <p:nvPr/>
        </p:nvSpPr>
        <p:spPr>
          <a:xfrm xmlns:a="http://schemas.openxmlformats.org/drawingml/2006/main">
            <a:off x="11239500" y="633412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00" b="0">
                <a:solidFill>
                  <a:srgbClr val="64747C"/>
                </a:solidFill>
                <a:latin typeface="Arial"/>
                <a:ea typeface="Arial"/>
                <a:cs typeface="Arial"/>
              </a:defRPr>
            </a:defPPr>
            <a:lvl1pPr>
              <a:defRPr sz="1200" b="0">
                <a:solidFill>
                  <a:srgbClr val="64747C"/>
                </a:solidFill>
                <a:latin typeface="Arial"/>
                <a:ea typeface="Arial"/>
                <a:cs typeface="Arial"/>
              </a:defRPr>
            </a:lvl1pPr>
            <a:lvl2pPr>
              <a:defRPr sz="1200" b="0">
                <a:solidFill>
                  <a:srgbClr val="64747C"/>
                </a:solidFill>
                <a:latin typeface="Arial"/>
                <a:ea typeface="Arial"/>
                <a:cs typeface="Arial"/>
              </a:defRPr>
            </a:lvl2pPr>
            <a:lvl3pPr>
              <a:defRPr sz="1200" b="0">
                <a:solidFill>
                  <a:srgbClr val="64747C"/>
                </a:solidFill>
                <a:latin typeface="Arial"/>
                <a:ea typeface="Arial"/>
                <a:cs typeface="Arial"/>
              </a:defRPr>
            </a:lvl3pPr>
            <a:lvl4pPr>
              <a:defRPr sz="1200" b="0">
                <a:solidFill>
                  <a:srgbClr val="64747C"/>
                </a:solidFill>
                <a:latin typeface="Arial"/>
                <a:ea typeface="Arial"/>
                <a:cs typeface="Arial"/>
              </a:defRPr>
            </a:lvl4pPr>
            <a:lvl5pPr>
              <a:defRPr sz="1200" b="0">
                <a:solidFill>
                  <a:srgbClr val="64747C"/>
                </a:solidFill>
                <a:latin typeface="Arial"/>
                <a:ea typeface="Arial"/>
                <a:cs typeface="Arial"/>
              </a:defRPr>
            </a:lvl5pPr>
            <a:lvl6pPr>
              <a:defRPr sz="1200" b="0">
                <a:solidFill>
                  <a:srgbClr val="64747C"/>
                </a:solidFill>
                <a:latin typeface="Arial"/>
                <a:ea typeface="Arial"/>
                <a:cs typeface="Arial"/>
              </a:defRPr>
            </a:lvl6pPr>
            <a:lvl7pPr>
              <a:defRPr sz="1200" b="0">
                <a:solidFill>
                  <a:srgbClr val="64747C"/>
                </a:solidFill>
                <a:latin typeface="Arial"/>
                <a:ea typeface="Arial"/>
                <a:cs typeface="Arial"/>
              </a:defRPr>
            </a:lvl7pPr>
            <a:lvl8pPr>
              <a:defRPr sz="1200" b="0">
                <a:solidFill>
                  <a:srgbClr val="64747C"/>
                </a:solidFill>
                <a:latin typeface="Arial"/>
                <a:ea typeface="Arial"/>
                <a:cs typeface="Arial"/>
              </a:defRPr>
            </a:lvl8pPr>
            <a:lvl9pPr>
              <a:defRPr sz="1200" b="0">
                <a:solidFill>
                  <a:srgbClr val="64747C"/>
                </a:solidFill>
                <a:latin typeface="Arial"/>
                <a:ea typeface="Arial"/>
                <a:cs typeface="Arial"/>
              </a:defRPr>
            </a:lvl9pPr>
          </a:lstStyle>
          <a:p xmlns:a="http://schemas.openxmlformats.org/drawingml/2006/main">
            <a:pPr>
              <a:defRPr sz="1200" b="0">
                <a:solidFill>
                  <a:srgbClr val="64747C"/>
                </a:solidFill>
                <a:latin typeface="Arial"/>
                <a:ea typeface="Arial"/>
                <a:cs typeface="Arial"/>
              </a:defRPr>
            </a:pPr>
            <a:r>
              <a:rPr sz="1200" b="0">
                <a:solidFill>
                  <a:srgbClr val="64747C"/>
                </a:solidFill>
                <a:latin typeface="Arial"/>
                <a:ea typeface="Arial"/>
                <a:cs typeface="Arial"/>
              </a:rPr>
              <a:t>3</a:t>
            </a:r>
          </a:p>
        </p:txBody>
      </p:sp>
      <p:sp>
        <p:nvSpPr>
          <p:cNvPr id="5" name="">
            <a:extLst xmlns:a="http://schemas.openxmlformats.org/drawingml/2006/main">
              <a:ext uri="{FF2B5EF4-FFF2-40B4-BE49-F238E27FC236}">
                <a16:creationId xmlns:a16="http://schemas.microsoft.com/office/drawing/2014/main" id="{516A9610-3AA0-47DD-BA75-DB911FBDF732}"/>
              </a:ext>
            </a:extLst>
          </p:cNvPr>
          <p:cNvSpPr>
            <a:spLocks xmlns:a="http://schemas.openxmlformats.org/drawingml/2006/main" noGrp="1"/>
          </p:cNvSpPr>
          <p:nvPr/>
        </p:nvSpPr>
        <p:spPr>
          <a:xfrm xmlns:a="http://schemas.openxmlformats.org/drawingml/2006/main">
            <a:off x="609600" y="2085975"/>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550" b="1">
                <a:solidFill>
                  <a:srgbClr val="3B6C5C"/>
                </a:solidFill>
                <a:latin typeface="Arial"/>
                <a:ea typeface="Arial"/>
                <a:cs typeface="Arial"/>
              </a:defRPr>
            </a:defPPr>
            <a:lvl1pPr>
              <a:defRPr sz="2550" b="1">
                <a:solidFill>
                  <a:srgbClr val="3B6C5C"/>
                </a:solidFill>
                <a:latin typeface="Arial"/>
                <a:ea typeface="Arial"/>
                <a:cs typeface="Arial"/>
              </a:defRPr>
            </a:lvl1pPr>
            <a:lvl2pPr>
              <a:defRPr sz="2550" b="1">
                <a:solidFill>
                  <a:srgbClr val="3B6C5C"/>
                </a:solidFill>
                <a:latin typeface="Arial"/>
                <a:ea typeface="Arial"/>
                <a:cs typeface="Arial"/>
              </a:defRPr>
            </a:lvl2pPr>
            <a:lvl3pPr>
              <a:defRPr sz="2550" b="1">
                <a:solidFill>
                  <a:srgbClr val="3B6C5C"/>
                </a:solidFill>
                <a:latin typeface="Arial"/>
                <a:ea typeface="Arial"/>
                <a:cs typeface="Arial"/>
              </a:defRPr>
            </a:lvl3pPr>
            <a:lvl4pPr>
              <a:defRPr sz="2550" b="1">
                <a:solidFill>
                  <a:srgbClr val="3B6C5C"/>
                </a:solidFill>
                <a:latin typeface="Arial"/>
                <a:ea typeface="Arial"/>
                <a:cs typeface="Arial"/>
              </a:defRPr>
            </a:lvl4pPr>
            <a:lvl5pPr>
              <a:defRPr sz="2550" b="1">
                <a:solidFill>
                  <a:srgbClr val="3B6C5C"/>
                </a:solidFill>
                <a:latin typeface="Arial"/>
                <a:ea typeface="Arial"/>
                <a:cs typeface="Arial"/>
              </a:defRPr>
            </a:lvl5pPr>
            <a:lvl6pPr>
              <a:defRPr sz="2550" b="1">
                <a:solidFill>
                  <a:srgbClr val="3B6C5C"/>
                </a:solidFill>
                <a:latin typeface="Arial"/>
                <a:ea typeface="Arial"/>
                <a:cs typeface="Arial"/>
              </a:defRPr>
            </a:lvl6pPr>
            <a:lvl7pPr>
              <a:defRPr sz="2550" b="1">
                <a:solidFill>
                  <a:srgbClr val="3B6C5C"/>
                </a:solidFill>
                <a:latin typeface="Arial"/>
                <a:ea typeface="Arial"/>
                <a:cs typeface="Arial"/>
              </a:defRPr>
            </a:lvl7pPr>
            <a:lvl8pPr>
              <a:defRPr sz="2550" b="1">
                <a:solidFill>
                  <a:srgbClr val="3B6C5C"/>
                </a:solidFill>
                <a:latin typeface="Arial"/>
                <a:ea typeface="Arial"/>
                <a:cs typeface="Arial"/>
              </a:defRPr>
            </a:lvl8pPr>
            <a:lvl9pPr>
              <a:defRPr sz="2550" b="1">
                <a:solidFill>
                  <a:srgbClr val="3B6C5C"/>
                </a:solidFill>
                <a:latin typeface="Arial"/>
                <a:ea typeface="Arial"/>
                <a:cs typeface="Arial"/>
              </a:defRPr>
            </a:lvl9pPr>
          </a:lstStyle>
          <a:p xmlns:a="http://schemas.openxmlformats.org/drawingml/2006/main">
            <a:pPr>
              <a:defRPr sz="2550" b="1">
                <a:solidFill>
                  <a:srgbClr val="3B6C5C"/>
                </a:solidFill>
                <a:latin typeface="Arial"/>
                <a:ea typeface="Arial"/>
                <a:cs typeface="Arial"/>
              </a:defRPr>
            </a:pPr>
            <a:r>
              <a:rPr sz="2550" b="1">
                <a:solidFill>
                  <a:srgbClr val="3B6C5C"/>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597A55D0-CD14-49EF-80C2-5CCC62EC0CA9}"/>
              </a:ext>
            </a:extLst>
          </p:cNvPr>
          <p:cNvSpPr>
            <a:spLocks xmlns:a="http://schemas.openxmlformats.org/drawingml/2006/main" noGrp="1"/>
          </p:cNvSpPr>
          <p:nvPr/>
        </p:nvSpPr>
        <p:spPr>
          <a:xfrm xmlns:a="http://schemas.openxmlformats.org/drawingml/2006/main">
            <a:off x="1428750" y="2085975"/>
            <a:ext cx="3476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1">
                <a:solidFill>
                  <a:srgbClr val="193442"/>
                </a:solidFill>
                <a:latin typeface="Arial"/>
                <a:ea typeface="Arial"/>
                <a:cs typeface="Arial"/>
              </a:defRPr>
            </a:defPPr>
            <a:lvl1pPr>
              <a:defRPr sz="2100" b="1">
                <a:solidFill>
                  <a:srgbClr val="193442"/>
                </a:solidFill>
                <a:latin typeface="Arial"/>
                <a:ea typeface="Arial"/>
                <a:cs typeface="Arial"/>
              </a:defRPr>
            </a:lvl1pPr>
            <a:lvl2pPr>
              <a:defRPr sz="2100" b="1">
                <a:solidFill>
                  <a:srgbClr val="193442"/>
                </a:solidFill>
                <a:latin typeface="Arial"/>
                <a:ea typeface="Arial"/>
                <a:cs typeface="Arial"/>
              </a:defRPr>
            </a:lvl2pPr>
            <a:lvl3pPr>
              <a:defRPr sz="2100" b="1">
                <a:solidFill>
                  <a:srgbClr val="193442"/>
                </a:solidFill>
                <a:latin typeface="Arial"/>
                <a:ea typeface="Arial"/>
                <a:cs typeface="Arial"/>
              </a:defRPr>
            </a:lvl3pPr>
            <a:lvl4pPr>
              <a:defRPr sz="2100" b="1">
                <a:solidFill>
                  <a:srgbClr val="193442"/>
                </a:solidFill>
                <a:latin typeface="Arial"/>
                <a:ea typeface="Arial"/>
                <a:cs typeface="Arial"/>
              </a:defRPr>
            </a:lvl4pPr>
            <a:lvl5pPr>
              <a:defRPr sz="2100" b="1">
                <a:solidFill>
                  <a:srgbClr val="193442"/>
                </a:solidFill>
                <a:latin typeface="Arial"/>
                <a:ea typeface="Arial"/>
                <a:cs typeface="Arial"/>
              </a:defRPr>
            </a:lvl5pPr>
            <a:lvl6pPr>
              <a:defRPr sz="2100" b="1">
                <a:solidFill>
                  <a:srgbClr val="193442"/>
                </a:solidFill>
                <a:latin typeface="Arial"/>
                <a:ea typeface="Arial"/>
                <a:cs typeface="Arial"/>
              </a:defRPr>
            </a:lvl6pPr>
            <a:lvl7pPr>
              <a:defRPr sz="2100" b="1">
                <a:solidFill>
                  <a:srgbClr val="193442"/>
                </a:solidFill>
                <a:latin typeface="Arial"/>
                <a:ea typeface="Arial"/>
                <a:cs typeface="Arial"/>
              </a:defRPr>
            </a:lvl7pPr>
            <a:lvl8pPr>
              <a:defRPr sz="2100" b="1">
                <a:solidFill>
                  <a:srgbClr val="193442"/>
                </a:solidFill>
                <a:latin typeface="Arial"/>
                <a:ea typeface="Arial"/>
                <a:cs typeface="Arial"/>
              </a:defRPr>
            </a:lvl8pPr>
            <a:lvl9pPr>
              <a:defRPr sz="2100" b="1">
                <a:solidFill>
                  <a:srgbClr val="193442"/>
                </a:solidFill>
                <a:latin typeface="Arial"/>
                <a:ea typeface="Arial"/>
                <a:cs typeface="Arial"/>
              </a:defRPr>
            </a:lvl9pPr>
          </a:lstStyle>
          <a:p xmlns:a="http://schemas.openxmlformats.org/drawingml/2006/main">
            <a:pPr>
              <a:defRPr sz="2100" b="1">
                <a:solidFill>
                  <a:srgbClr val="193442"/>
                </a:solidFill>
                <a:latin typeface="Arial"/>
                <a:ea typeface="Arial"/>
                <a:cs typeface="Arial"/>
              </a:defRPr>
            </a:pPr>
            <a:r>
              <a:rPr sz="2100" b="1">
                <a:solidFill>
                  <a:srgbClr val="193442"/>
                </a:solidFill>
                <a:latin typeface="Arial"/>
                <a:ea typeface="Arial"/>
                <a:cs typeface="Arial"/>
              </a:rPr>
              <a:t>Plan retrieval</a:t>
            </a:r>
          </a:p>
        </p:txBody>
      </p:sp>
      <p:sp>
        <p:nvSpPr>
          <p:cNvPr id="7" name="">
            <a:extLst xmlns:a="http://schemas.openxmlformats.org/drawingml/2006/main">
              <a:ext uri="{FF2B5EF4-FFF2-40B4-BE49-F238E27FC236}">
                <a16:creationId xmlns:a16="http://schemas.microsoft.com/office/drawing/2014/main" id="{C1217F77-3E56-439A-BABA-82101D95A554}"/>
              </a:ext>
            </a:extLst>
          </p:cNvPr>
          <p:cNvSpPr>
            <a:spLocks xmlns:a="http://schemas.openxmlformats.org/drawingml/2006/main" noGrp="1"/>
          </p:cNvSpPr>
          <p:nvPr/>
        </p:nvSpPr>
        <p:spPr>
          <a:xfrm xmlns:a="http://schemas.openxmlformats.org/drawingml/2006/main">
            <a:off x="5095875" y="2085975"/>
            <a:ext cx="6334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0">
                <a:solidFill>
                  <a:srgbClr val="64747C"/>
                </a:solidFill>
                <a:latin typeface="Arial"/>
                <a:ea typeface="Arial"/>
                <a:cs typeface="Arial"/>
              </a:defRPr>
            </a:defPPr>
            <a:lvl1pPr>
              <a:defRPr sz="1875" b="0">
                <a:solidFill>
                  <a:srgbClr val="64747C"/>
                </a:solidFill>
                <a:latin typeface="Arial"/>
                <a:ea typeface="Arial"/>
                <a:cs typeface="Arial"/>
              </a:defRPr>
            </a:lvl1pPr>
            <a:lvl2pPr>
              <a:defRPr sz="1875" b="0">
                <a:solidFill>
                  <a:srgbClr val="64747C"/>
                </a:solidFill>
                <a:latin typeface="Arial"/>
                <a:ea typeface="Arial"/>
                <a:cs typeface="Arial"/>
              </a:defRPr>
            </a:lvl2pPr>
            <a:lvl3pPr>
              <a:defRPr sz="1875" b="0">
                <a:solidFill>
                  <a:srgbClr val="64747C"/>
                </a:solidFill>
                <a:latin typeface="Arial"/>
                <a:ea typeface="Arial"/>
                <a:cs typeface="Arial"/>
              </a:defRPr>
            </a:lvl3pPr>
            <a:lvl4pPr>
              <a:defRPr sz="1875" b="0">
                <a:solidFill>
                  <a:srgbClr val="64747C"/>
                </a:solidFill>
                <a:latin typeface="Arial"/>
                <a:ea typeface="Arial"/>
                <a:cs typeface="Arial"/>
              </a:defRPr>
            </a:lvl4pPr>
            <a:lvl5pPr>
              <a:defRPr sz="1875" b="0">
                <a:solidFill>
                  <a:srgbClr val="64747C"/>
                </a:solidFill>
                <a:latin typeface="Arial"/>
                <a:ea typeface="Arial"/>
                <a:cs typeface="Arial"/>
              </a:defRPr>
            </a:lvl5pPr>
            <a:lvl6pPr>
              <a:defRPr sz="1875" b="0">
                <a:solidFill>
                  <a:srgbClr val="64747C"/>
                </a:solidFill>
                <a:latin typeface="Arial"/>
                <a:ea typeface="Arial"/>
                <a:cs typeface="Arial"/>
              </a:defRPr>
            </a:lvl6pPr>
            <a:lvl7pPr>
              <a:defRPr sz="1875" b="0">
                <a:solidFill>
                  <a:srgbClr val="64747C"/>
                </a:solidFill>
                <a:latin typeface="Arial"/>
                <a:ea typeface="Arial"/>
                <a:cs typeface="Arial"/>
              </a:defRPr>
            </a:lvl7pPr>
            <a:lvl8pPr>
              <a:defRPr sz="1875" b="0">
                <a:solidFill>
                  <a:srgbClr val="64747C"/>
                </a:solidFill>
                <a:latin typeface="Arial"/>
                <a:ea typeface="Arial"/>
                <a:cs typeface="Arial"/>
              </a:defRPr>
            </a:lvl8pPr>
            <a:lvl9pPr>
              <a:defRPr sz="1875" b="0">
                <a:solidFill>
                  <a:srgbClr val="64747C"/>
                </a:solidFill>
                <a:latin typeface="Arial"/>
                <a:ea typeface="Arial"/>
                <a:cs typeface="Arial"/>
              </a:defRPr>
            </a:lvl9pPr>
          </a:lstStyle>
          <a:p xmlns:a="http://schemas.openxmlformats.org/drawingml/2006/main">
            <a:pPr>
              <a:defRPr sz="1875" b="0">
                <a:solidFill>
                  <a:srgbClr val="64747C"/>
                </a:solidFill>
                <a:latin typeface="Arial"/>
                <a:ea typeface="Arial"/>
                <a:cs typeface="Arial"/>
              </a:defRPr>
            </a:pPr>
            <a:r>
              <a:rPr sz="1875" b="0">
                <a:solidFill>
                  <a:srgbClr val="64747C"/>
                </a:solidFill>
                <a:latin typeface="Arial"/>
                <a:ea typeface="Arial"/>
                <a:cs typeface="Arial"/>
              </a:rPr>
              <a:t>Choose the evidence needed for the question.</a:t>
            </a:r>
          </a:p>
        </p:txBody>
      </p:sp>
      <p:sp>
        <p:nvSpPr>
          <p:cNvPr id="8" name="">
            <a:extLst xmlns:a="http://schemas.openxmlformats.org/drawingml/2006/main">
              <a:ext uri="{FF2B5EF4-FFF2-40B4-BE49-F238E27FC236}">
                <a16:creationId xmlns:a16="http://schemas.microsoft.com/office/drawing/2014/main" id="{762E2A6A-C612-4752-B658-6ED2F78AC11C}"/>
              </a:ext>
            </a:extLst>
          </p:cNvPr>
          <p:cNvSpPr>
            <a:spLocks xmlns:a="http://schemas.openxmlformats.org/drawingml/2006/main" noGrp="1"/>
          </p:cNvSpPr>
          <p:nvPr/>
        </p:nvSpPr>
        <p:spPr>
          <a:xfrm xmlns:a="http://schemas.openxmlformats.org/drawingml/2006/main">
            <a:off x="609600" y="2952750"/>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550" b="1">
                <a:solidFill>
                  <a:srgbClr val="3B6C5C"/>
                </a:solidFill>
                <a:latin typeface="Arial"/>
                <a:ea typeface="Arial"/>
                <a:cs typeface="Arial"/>
              </a:defRPr>
            </a:defPPr>
            <a:lvl1pPr>
              <a:defRPr sz="2550" b="1">
                <a:solidFill>
                  <a:srgbClr val="3B6C5C"/>
                </a:solidFill>
                <a:latin typeface="Arial"/>
                <a:ea typeface="Arial"/>
                <a:cs typeface="Arial"/>
              </a:defRPr>
            </a:lvl1pPr>
            <a:lvl2pPr>
              <a:defRPr sz="2550" b="1">
                <a:solidFill>
                  <a:srgbClr val="3B6C5C"/>
                </a:solidFill>
                <a:latin typeface="Arial"/>
                <a:ea typeface="Arial"/>
                <a:cs typeface="Arial"/>
              </a:defRPr>
            </a:lvl2pPr>
            <a:lvl3pPr>
              <a:defRPr sz="2550" b="1">
                <a:solidFill>
                  <a:srgbClr val="3B6C5C"/>
                </a:solidFill>
                <a:latin typeface="Arial"/>
                <a:ea typeface="Arial"/>
                <a:cs typeface="Arial"/>
              </a:defRPr>
            </a:lvl3pPr>
            <a:lvl4pPr>
              <a:defRPr sz="2550" b="1">
                <a:solidFill>
                  <a:srgbClr val="3B6C5C"/>
                </a:solidFill>
                <a:latin typeface="Arial"/>
                <a:ea typeface="Arial"/>
                <a:cs typeface="Arial"/>
              </a:defRPr>
            </a:lvl4pPr>
            <a:lvl5pPr>
              <a:defRPr sz="2550" b="1">
                <a:solidFill>
                  <a:srgbClr val="3B6C5C"/>
                </a:solidFill>
                <a:latin typeface="Arial"/>
                <a:ea typeface="Arial"/>
                <a:cs typeface="Arial"/>
              </a:defRPr>
            </a:lvl5pPr>
            <a:lvl6pPr>
              <a:defRPr sz="2550" b="1">
                <a:solidFill>
                  <a:srgbClr val="3B6C5C"/>
                </a:solidFill>
                <a:latin typeface="Arial"/>
                <a:ea typeface="Arial"/>
                <a:cs typeface="Arial"/>
              </a:defRPr>
            </a:lvl6pPr>
            <a:lvl7pPr>
              <a:defRPr sz="2550" b="1">
                <a:solidFill>
                  <a:srgbClr val="3B6C5C"/>
                </a:solidFill>
                <a:latin typeface="Arial"/>
                <a:ea typeface="Arial"/>
                <a:cs typeface="Arial"/>
              </a:defRPr>
            </a:lvl7pPr>
            <a:lvl8pPr>
              <a:defRPr sz="2550" b="1">
                <a:solidFill>
                  <a:srgbClr val="3B6C5C"/>
                </a:solidFill>
                <a:latin typeface="Arial"/>
                <a:ea typeface="Arial"/>
                <a:cs typeface="Arial"/>
              </a:defRPr>
            </a:lvl8pPr>
            <a:lvl9pPr>
              <a:defRPr sz="2550" b="1">
                <a:solidFill>
                  <a:srgbClr val="3B6C5C"/>
                </a:solidFill>
                <a:latin typeface="Arial"/>
                <a:ea typeface="Arial"/>
                <a:cs typeface="Arial"/>
              </a:defRPr>
            </a:lvl9pPr>
          </a:lstStyle>
          <a:p xmlns:a="http://schemas.openxmlformats.org/drawingml/2006/main">
            <a:pPr>
              <a:defRPr sz="2550" b="1">
                <a:solidFill>
                  <a:srgbClr val="3B6C5C"/>
                </a:solidFill>
                <a:latin typeface="Arial"/>
                <a:ea typeface="Arial"/>
                <a:cs typeface="Arial"/>
              </a:defRPr>
            </a:pPr>
            <a:r>
              <a:rPr sz="2550" b="1">
                <a:solidFill>
                  <a:srgbClr val="3B6C5C"/>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D9D535DA-77EE-49A2-A83D-D22BE058EDF6}"/>
              </a:ext>
            </a:extLst>
          </p:cNvPr>
          <p:cNvSpPr>
            <a:spLocks xmlns:a="http://schemas.openxmlformats.org/drawingml/2006/main" noGrp="1"/>
          </p:cNvSpPr>
          <p:nvPr/>
        </p:nvSpPr>
        <p:spPr>
          <a:xfrm xmlns:a="http://schemas.openxmlformats.org/drawingml/2006/main">
            <a:off x="1428750" y="2952750"/>
            <a:ext cx="3476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1">
                <a:solidFill>
                  <a:srgbClr val="193442"/>
                </a:solidFill>
                <a:latin typeface="Arial"/>
                <a:ea typeface="Arial"/>
                <a:cs typeface="Arial"/>
              </a:defRPr>
            </a:defPPr>
            <a:lvl1pPr>
              <a:defRPr sz="2100" b="1">
                <a:solidFill>
                  <a:srgbClr val="193442"/>
                </a:solidFill>
                <a:latin typeface="Arial"/>
                <a:ea typeface="Arial"/>
                <a:cs typeface="Arial"/>
              </a:defRPr>
            </a:lvl1pPr>
            <a:lvl2pPr>
              <a:defRPr sz="2100" b="1">
                <a:solidFill>
                  <a:srgbClr val="193442"/>
                </a:solidFill>
                <a:latin typeface="Arial"/>
                <a:ea typeface="Arial"/>
                <a:cs typeface="Arial"/>
              </a:defRPr>
            </a:lvl2pPr>
            <a:lvl3pPr>
              <a:defRPr sz="2100" b="1">
                <a:solidFill>
                  <a:srgbClr val="193442"/>
                </a:solidFill>
                <a:latin typeface="Arial"/>
                <a:ea typeface="Arial"/>
                <a:cs typeface="Arial"/>
              </a:defRPr>
            </a:lvl3pPr>
            <a:lvl4pPr>
              <a:defRPr sz="2100" b="1">
                <a:solidFill>
                  <a:srgbClr val="193442"/>
                </a:solidFill>
                <a:latin typeface="Arial"/>
                <a:ea typeface="Arial"/>
                <a:cs typeface="Arial"/>
              </a:defRPr>
            </a:lvl4pPr>
            <a:lvl5pPr>
              <a:defRPr sz="2100" b="1">
                <a:solidFill>
                  <a:srgbClr val="193442"/>
                </a:solidFill>
                <a:latin typeface="Arial"/>
                <a:ea typeface="Arial"/>
                <a:cs typeface="Arial"/>
              </a:defRPr>
            </a:lvl5pPr>
            <a:lvl6pPr>
              <a:defRPr sz="2100" b="1">
                <a:solidFill>
                  <a:srgbClr val="193442"/>
                </a:solidFill>
                <a:latin typeface="Arial"/>
                <a:ea typeface="Arial"/>
                <a:cs typeface="Arial"/>
              </a:defRPr>
            </a:lvl6pPr>
            <a:lvl7pPr>
              <a:defRPr sz="2100" b="1">
                <a:solidFill>
                  <a:srgbClr val="193442"/>
                </a:solidFill>
                <a:latin typeface="Arial"/>
                <a:ea typeface="Arial"/>
                <a:cs typeface="Arial"/>
              </a:defRPr>
            </a:lvl7pPr>
            <a:lvl8pPr>
              <a:defRPr sz="2100" b="1">
                <a:solidFill>
                  <a:srgbClr val="193442"/>
                </a:solidFill>
                <a:latin typeface="Arial"/>
                <a:ea typeface="Arial"/>
                <a:cs typeface="Arial"/>
              </a:defRPr>
            </a:lvl8pPr>
            <a:lvl9pPr>
              <a:defRPr sz="2100" b="1">
                <a:solidFill>
                  <a:srgbClr val="193442"/>
                </a:solidFill>
                <a:latin typeface="Arial"/>
                <a:ea typeface="Arial"/>
                <a:cs typeface="Arial"/>
              </a:defRPr>
            </a:lvl9pPr>
          </a:lstStyle>
          <a:p xmlns:a="http://schemas.openxmlformats.org/drawingml/2006/main">
            <a:pPr>
              <a:defRPr sz="2100" b="1">
                <a:solidFill>
                  <a:srgbClr val="193442"/>
                </a:solidFill>
                <a:latin typeface="Arial"/>
                <a:ea typeface="Arial"/>
                <a:cs typeface="Arial"/>
              </a:defRPr>
            </a:pPr>
            <a:r>
              <a:rPr sz="2100" b="1">
                <a:solidFill>
                  <a:srgbClr val="193442"/>
                </a:solidFill>
                <a:latin typeface="Arial"/>
                <a:ea typeface="Arial"/>
                <a:cs typeface="Arial"/>
              </a:rPr>
              <a:t>Read and reconcile</a:t>
            </a:r>
          </a:p>
        </p:txBody>
      </p:sp>
      <p:sp>
        <p:nvSpPr>
          <p:cNvPr id="10" name="">
            <a:extLst xmlns:a="http://schemas.openxmlformats.org/drawingml/2006/main">
              <a:ext uri="{FF2B5EF4-FFF2-40B4-BE49-F238E27FC236}">
                <a16:creationId xmlns:a16="http://schemas.microsoft.com/office/drawing/2014/main" id="{74AC8137-16A8-4B91-8A88-5E9F5D9E9350}"/>
              </a:ext>
            </a:extLst>
          </p:cNvPr>
          <p:cNvSpPr>
            <a:spLocks xmlns:a="http://schemas.openxmlformats.org/drawingml/2006/main" noGrp="1"/>
          </p:cNvSpPr>
          <p:nvPr/>
        </p:nvSpPr>
        <p:spPr>
          <a:xfrm xmlns:a="http://schemas.openxmlformats.org/drawingml/2006/main">
            <a:off x="5095875" y="2952750"/>
            <a:ext cx="6334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0">
                <a:solidFill>
                  <a:srgbClr val="64747C"/>
                </a:solidFill>
                <a:latin typeface="Arial"/>
                <a:ea typeface="Arial"/>
                <a:cs typeface="Arial"/>
              </a:defRPr>
            </a:defPPr>
            <a:lvl1pPr>
              <a:defRPr sz="1875" b="0">
                <a:solidFill>
                  <a:srgbClr val="64747C"/>
                </a:solidFill>
                <a:latin typeface="Arial"/>
                <a:ea typeface="Arial"/>
                <a:cs typeface="Arial"/>
              </a:defRPr>
            </a:lvl1pPr>
            <a:lvl2pPr>
              <a:defRPr sz="1875" b="0">
                <a:solidFill>
                  <a:srgbClr val="64747C"/>
                </a:solidFill>
                <a:latin typeface="Arial"/>
                <a:ea typeface="Arial"/>
                <a:cs typeface="Arial"/>
              </a:defRPr>
            </a:lvl2pPr>
            <a:lvl3pPr>
              <a:defRPr sz="1875" b="0">
                <a:solidFill>
                  <a:srgbClr val="64747C"/>
                </a:solidFill>
                <a:latin typeface="Arial"/>
                <a:ea typeface="Arial"/>
                <a:cs typeface="Arial"/>
              </a:defRPr>
            </a:lvl3pPr>
            <a:lvl4pPr>
              <a:defRPr sz="1875" b="0">
                <a:solidFill>
                  <a:srgbClr val="64747C"/>
                </a:solidFill>
                <a:latin typeface="Arial"/>
                <a:ea typeface="Arial"/>
                <a:cs typeface="Arial"/>
              </a:defRPr>
            </a:lvl4pPr>
            <a:lvl5pPr>
              <a:defRPr sz="1875" b="0">
                <a:solidFill>
                  <a:srgbClr val="64747C"/>
                </a:solidFill>
                <a:latin typeface="Arial"/>
                <a:ea typeface="Arial"/>
                <a:cs typeface="Arial"/>
              </a:defRPr>
            </a:lvl5pPr>
            <a:lvl6pPr>
              <a:defRPr sz="1875" b="0">
                <a:solidFill>
                  <a:srgbClr val="64747C"/>
                </a:solidFill>
                <a:latin typeface="Arial"/>
                <a:ea typeface="Arial"/>
                <a:cs typeface="Arial"/>
              </a:defRPr>
            </a:lvl6pPr>
            <a:lvl7pPr>
              <a:defRPr sz="1875" b="0">
                <a:solidFill>
                  <a:srgbClr val="64747C"/>
                </a:solidFill>
                <a:latin typeface="Arial"/>
                <a:ea typeface="Arial"/>
                <a:cs typeface="Arial"/>
              </a:defRPr>
            </a:lvl7pPr>
            <a:lvl8pPr>
              <a:defRPr sz="1875" b="0">
                <a:solidFill>
                  <a:srgbClr val="64747C"/>
                </a:solidFill>
                <a:latin typeface="Arial"/>
                <a:ea typeface="Arial"/>
                <a:cs typeface="Arial"/>
              </a:defRPr>
            </a:lvl8pPr>
            <a:lvl9pPr>
              <a:defRPr sz="1875" b="0">
                <a:solidFill>
                  <a:srgbClr val="64747C"/>
                </a:solidFill>
                <a:latin typeface="Arial"/>
                <a:ea typeface="Arial"/>
                <a:cs typeface="Arial"/>
              </a:defRPr>
            </a:lvl9pPr>
          </a:lstStyle>
          <a:p xmlns:a="http://schemas.openxmlformats.org/drawingml/2006/main">
            <a:pPr>
              <a:defRPr sz="1875" b="0">
                <a:solidFill>
                  <a:srgbClr val="64747C"/>
                </a:solidFill>
                <a:latin typeface="Arial"/>
                <a:ea typeface="Arial"/>
                <a:cs typeface="Arial"/>
              </a:defRPr>
            </a:pPr>
            <a:r>
              <a:rPr sz="1875" b="0">
                <a:solidFill>
                  <a:srgbClr val="64747C"/>
                </a:solidFill>
                <a:latin typeface="Arial"/>
                <a:ea typeface="Arial"/>
                <a:cs typeface="Arial"/>
              </a:rPr>
              <a:t>Query governed sources; build World Model context.</a:t>
            </a:r>
          </a:p>
        </p:txBody>
      </p:sp>
      <p:sp>
        <p:nvSpPr>
          <p:cNvPr id="11" name="">
            <a:extLst xmlns:a="http://schemas.openxmlformats.org/drawingml/2006/main">
              <a:ext uri="{FF2B5EF4-FFF2-40B4-BE49-F238E27FC236}">
                <a16:creationId xmlns:a16="http://schemas.microsoft.com/office/drawing/2014/main" id="{98A7FD02-261D-4AAD-B6D6-BDEA619F077B}"/>
              </a:ext>
            </a:extLst>
          </p:cNvPr>
          <p:cNvSpPr>
            <a:spLocks xmlns:a="http://schemas.openxmlformats.org/drawingml/2006/main" noGrp="1"/>
          </p:cNvSpPr>
          <p:nvPr/>
        </p:nvSpPr>
        <p:spPr>
          <a:xfrm xmlns:a="http://schemas.openxmlformats.org/drawingml/2006/main">
            <a:off x="609600" y="3819525"/>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550" b="1">
                <a:solidFill>
                  <a:srgbClr val="3B6C5C"/>
                </a:solidFill>
                <a:latin typeface="Arial"/>
                <a:ea typeface="Arial"/>
                <a:cs typeface="Arial"/>
              </a:defRPr>
            </a:defPPr>
            <a:lvl1pPr>
              <a:defRPr sz="2550" b="1">
                <a:solidFill>
                  <a:srgbClr val="3B6C5C"/>
                </a:solidFill>
                <a:latin typeface="Arial"/>
                <a:ea typeface="Arial"/>
                <a:cs typeface="Arial"/>
              </a:defRPr>
            </a:lvl1pPr>
            <a:lvl2pPr>
              <a:defRPr sz="2550" b="1">
                <a:solidFill>
                  <a:srgbClr val="3B6C5C"/>
                </a:solidFill>
                <a:latin typeface="Arial"/>
                <a:ea typeface="Arial"/>
                <a:cs typeface="Arial"/>
              </a:defRPr>
            </a:lvl2pPr>
            <a:lvl3pPr>
              <a:defRPr sz="2550" b="1">
                <a:solidFill>
                  <a:srgbClr val="3B6C5C"/>
                </a:solidFill>
                <a:latin typeface="Arial"/>
                <a:ea typeface="Arial"/>
                <a:cs typeface="Arial"/>
              </a:defRPr>
            </a:lvl3pPr>
            <a:lvl4pPr>
              <a:defRPr sz="2550" b="1">
                <a:solidFill>
                  <a:srgbClr val="3B6C5C"/>
                </a:solidFill>
                <a:latin typeface="Arial"/>
                <a:ea typeface="Arial"/>
                <a:cs typeface="Arial"/>
              </a:defRPr>
            </a:lvl4pPr>
            <a:lvl5pPr>
              <a:defRPr sz="2550" b="1">
                <a:solidFill>
                  <a:srgbClr val="3B6C5C"/>
                </a:solidFill>
                <a:latin typeface="Arial"/>
                <a:ea typeface="Arial"/>
                <a:cs typeface="Arial"/>
              </a:defRPr>
            </a:lvl5pPr>
            <a:lvl6pPr>
              <a:defRPr sz="2550" b="1">
                <a:solidFill>
                  <a:srgbClr val="3B6C5C"/>
                </a:solidFill>
                <a:latin typeface="Arial"/>
                <a:ea typeface="Arial"/>
                <a:cs typeface="Arial"/>
              </a:defRPr>
            </a:lvl6pPr>
            <a:lvl7pPr>
              <a:defRPr sz="2550" b="1">
                <a:solidFill>
                  <a:srgbClr val="3B6C5C"/>
                </a:solidFill>
                <a:latin typeface="Arial"/>
                <a:ea typeface="Arial"/>
                <a:cs typeface="Arial"/>
              </a:defRPr>
            </a:lvl7pPr>
            <a:lvl8pPr>
              <a:defRPr sz="2550" b="1">
                <a:solidFill>
                  <a:srgbClr val="3B6C5C"/>
                </a:solidFill>
                <a:latin typeface="Arial"/>
                <a:ea typeface="Arial"/>
                <a:cs typeface="Arial"/>
              </a:defRPr>
            </a:lvl8pPr>
            <a:lvl9pPr>
              <a:defRPr sz="2550" b="1">
                <a:solidFill>
                  <a:srgbClr val="3B6C5C"/>
                </a:solidFill>
                <a:latin typeface="Arial"/>
                <a:ea typeface="Arial"/>
                <a:cs typeface="Arial"/>
              </a:defRPr>
            </a:lvl9pPr>
          </a:lstStyle>
          <a:p xmlns:a="http://schemas.openxmlformats.org/drawingml/2006/main">
            <a:pPr>
              <a:defRPr sz="2550" b="1">
                <a:solidFill>
                  <a:srgbClr val="3B6C5C"/>
                </a:solidFill>
                <a:latin typeface="Arial"/>
                <a:ea typeface="Arial"/>
                <a:cs typeface="Arial"/>
              </a:defRPr>
            </a:pPr>
            <a:r>
              <a:rPr sz="2550" b="1">
                <a:solidFill>
                  <a:srgbClr val="3B6C5C"/>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FCB15339-2500-4580-AC1F-F60A7359EB7C}"/>
              </a:ext>
            </a:extLst>
          </p:cNvPr>
          <p:cNvSpPr>
            <a:spLocks xmlns:a="http://schemas.openxmlformats.org/drawingml/2006/main" noGrp="1"/>
          </p:cNvSpPr>
          <p:nvPr/>
        </p:nvSpPr>
        <p:spPr>
          <a:xfrm xmlns:a="http://schemas.openxmlformats.org/drawingml/2006/main">
            <a:off x="1428750" y="3819525"/>
            <a:ext cx="3476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1">
                <a:solidFill>
                  <a:srgbClr val="193442"/>
                </a:solidFill>
                <a:latin typeface="Arial"/>
                <a:ea typeface="Arial"/>
                <a:cs typeface="Arial"/>
              </a:defRPr>
            </a:defPPr>
            <a:lvl1pPr>
              <a:defRPr sz="2100" b="1">
                <a:solidFill>
                  <a:srgbClr val="193442"/>
                </a:solidFill>
                <a:latin typeface="Arial"/>
                <a:ea typeface="Arial"/>
                <a:cs typeface="Arial"/>
              </a:defRPr>
            </a:lvl1pPr>
            <a:lvl2pPr>
              <a:defRPr sz="2100" b="1">
                <a:solidFill>
                  <a:srgbClr val="193442"/>
                </a:solidFill>
                <a:latin typeface="Arial"/>
                <a:ea typeface="Arial"/>
                <a:cs typeface="Arial"/>
              </a:defRPr>
            </a:lvl2pPr>
            <a:lvl3pPr>
              <a:defRPr sz="2100" b="1">
                <a:solidFill>
                  <a:srgbClr val="193442"/>
                </a:solidFill>
                <a:latin typeface="Arial"/>
                <a:ea typeface="Arial"/>
                <a:cs typeface="Arial"/>
              </a:defRPr>
            </a:lvl3pPr>
            <a:lvl4pPr>
              <a:defRPr sz="2100" b="1">
                <a:solidFill>
                  <a:srgbClr val="193442"/>
                </a:solidFill>
                <a:latin typeface="Arial"/>
                <a:ea typeface="Arial"/>
                <a:cs typeface="Arial"/>
              </a:defRPr>
            </a:lvl4pPr>
            <a:lvl5pPr>
              <a:defRPr sz="2100" b="1">
                <a:solidFill>
                  <a:srgbClr val="193442"/>
                </a:solidFill>
                <a:latin typeface="Arial"/>
                <a:ea typeface="Arial"/>
                <a:cs typeface="Arial"/>
              </a:defRPr>
            </a:lvl5pPr>
            <a:lvl6pPr>
              <a:defRPr sz="2100" b="1">
                <a:solidFill>
                  <a:srgbClr val="193442"/>
                </a:solidFill>
                <a:latin typeface="Arial"/>
                <a:ea typeface="Arial"/>
                <a:cs typeface="Arial"/>
              </a:defRPr>
            </a:lvl6pPr>
            <a:lvl7pPr>
              <a:defRPr sz="2100" b="1">
                <a:solidFill>
                  <a:srgbClr val="193442"/>
                </a:solidFill>
                <a:latin typeface="Arial"/>
                <a:ea typeface="Arial"/>
                <a:cs typeface="Arial"/>
              </a:defRPr>
            </a:lvl7pPr>
            <a:lvl8pPr>
              <a:defRPr sz="2100" b="1">
                <a:solidFill>
                  <a:srgbClr val="193442"/>
                </a:solidFill>
                <a:latin typeface="Arial"/>
                <a:ea typeface="Arial"/>
                <a:cs typeface="Arial"/>
              </a:defRPr>
            </a:lvl8pPr>
            <a:lvl9pPr>
              <a:defRPr sz="2100" b="1">
                <a:solidFill>
                  <a:srgbClr val="193442"/>
                </a:solidFill>
                <a:latin typeface="Arial"/>
                <a:ea typeface="Arial"/>
                <a:cs typeface="Arial"/>
              </a:defRPr>
            </a:lvl9pPr>
          </a:lstStyle>
          <a:p xmlns:a="http://schemas.openxmlformats.org/drawingml/2006/main">
            <a:pPr>
              <a:defRPr sz="2100" b="1">
                <a:solidFill>
                  <a:srgbClr val="193442"/>
                </a:solidFill>
                <a:latin typeface="Arial"/>
                <a:ea typeface="Arial"/>
                <a:cs typeface="Arial"/>
              </a:defRPr>
            </a:pPr>
            <a:r>
              <a:rPr sz="2100" b="1">
                <a:solidFill>
                  <a:srgbClr val="193442"/>
                </a:solidFill>
                <a:latin typeface="Arial"/>
                <a:ea typeface="Arial"/>
                <a:cs typeface="Arial"/>
              </a:rPr>
              <a:t>Challenge the answer</a:t>
            </a:r>
          </a:p>
        </p:txBody>
      </p:sp>
      <p:sp>
        <p:nvSpPr>
          <p:cNvPr id="13" name="">
            <a:extLst xmlns:a="http://schemas.openxmlformats.org/drawingml/2006/main">
              <a:ext uri="{FF2B5EF4-FFF2-40B4-BE49-F238E27FC236}">
                <a16:creationId xmlns:a16="http://schemas.microsoft.com/office/drawing/2014/main" id="{1872D2CD-EC14-4A78-AEE4-730B5C1930E7}"/>
              </a:ext>
            </a:extLst>
          </p:cNvPr>
          <p:cNvSpPr>
            <a:spLocks xmlns:a="http://schemas.openxmlformats.org/drawingml/2006/main" noGrp="1"/>
          </p:cNvSpPr>
          <p:nvPr/>
        </p:nvSpPr>
        <p:spPr>
          <a:xfrm xmlns:a="http://schemas.openxmlformats.org/drawingml/2006/main">
            <a:off x="5095875" y="3819525"/>
            <a:ext cx="6334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0">
                <a:solidFill>
                  <a:srgbClr val="64747C"/>
                </a:solidFill>
                <a:latin typeface="Arial"/>
                <a:ea typeface="Arial"/>
                <a:cs typeface="Arial"/>
              </a:defRPr>
            </a:defPPr>
            <a:lvl1pPr>
              <a:defRPr sz="1875" b="0">
                <a:solidFill>
                  <a:srgbClr val="64747C"/>
                </a:solidFill>
                <a:latin typeface="Arial"/>
                <a:ea typeface="Arial"/>
                <a:cs typeface="Arial"/>
              </a:defRPr>
            </a:lvl1pPr>
            <a:lvl2pPr>
              <a:defRPr sz="1875" b="0">
                <a:solidFill>
                  <a:srgbClr val="64747C"/>
                </a:solidFill>
                <a:latin typeface="Arial"/>
                <a:ea typeface="Arial"/>
                <a:cs typeface="Arial"/>
              </a:defRPr>
            </a:lvl2pPr>
            <a:lvl3pPr>
              <a:defRPr sz="1875" b="0">
                <a:solidFill>
                  <a:srgbClr val="64747C"/>
                </a:solidFill>
                <a:latin typeface="Arial"/>
                <a:ea typeface="Arial"/>
                <a:cs typeface="Arial"/>
              </a:defRPr>
            </a:lvl3pPr>
            <a:lvl4pPr>
              <a:defRPr sz="1875" b="0">
                <a:solidFill>
                  <a:srgbClr val="64747C"/>
                </a:solidFill>
                <a:latin typeface="Arial"/>
                <a:ea typeface="Arial"/>
                <a:cs typeface="Arial"/>
              </a:defRPr>
            </a:lvl4pPr>
            <a:lvl5pPr>
              <a:defRPr sz="1875" b="0">
                <a:solidFill>
                  <a:srgbClr val="64747C"/>
                </a:solidFill>
                <a:latin typeface="Arial"/>
                <a:ea typeface="Arial"/>
                <a:cs typeface="Arial"/>
              </a:defRPr>
            </a:lvl5pPr>
            <a:lvl6pPr>
              <a:defRPr sz="1875" b="0">
                <a:solidFill>
                  <a:srgbClr val="64747C"/>
                </a:solidFill>
                <a:latin typeface="Arial"/>
                <a:ea typeface="Arial"/>
                <a:cs typeface="Arial"/>
              </a:defRPr>
            </a:lvl6pPr>
            <a:lvl7pPr>
              <a:defRPr sz="1875" b="0">
                <a:solidFill>
                  <a:srgbClr val="64747C"/>
                </a:solidFill>
                <a:latin typeface="Arial"/>
                <a:ea typeface="Arial"/>
                <a:cs typeface="Arial"/>
              </a:defRPr>
            </a:lvl7pPr>
            <a:lvl8pPr>
              <a:defRPr sz="1875" b="0">
                <a:solidFill>
                  <a:srgbClr val="64747C"/>
                </a:solidFill>
                <a:latin typeface="Arial"/>
                <a:ea typeface="Arial"/>
                <a:cs typeface="Arial"/>
              </a:defRPr>
            </a:lvl8pPr>
            <a:lvl9pPr>
              <a:defRPr sz="1875" b="0">
                <a:solidFill>
                  <a:srgbClr val="64747C"/>
                </a:solidFill>
                <a:latin typeface="Arial"/>
                <a:ea typeface="Arial"/>
                <a:cs typeface="Arial"/>
              </a:defRPr>
            </a:lvl9pPr>
          </a:lstStyle>
          <a:p xmlns:a="http://schemas.openxmlformats.org/drawingml/2006/main">
            <a:pPr>
              <a:defRPr sz="1875" b="0">
                <a:solidFill>
                  <a:srgbClr val="64747C"/>
                </a:solidFill>
                <a:latin typeface="Arial"/>
                <a:ea typeface="Arial"/>
                <a:cs typeface="Arial"/>
              </a:defRPr>
            </a:pPr>
            <a:r>
              <a:rPr sz="1875" b="0">
                <a:solidFill>
                  <a:srgbClr val="64747C"/>
                </a:solidFill>
                <a:latin typeface="Arial"/>
                <a:ea typeface="Arial"/>
                <a:cs typeface="Arial"/>
              </a:rPr>
              <a:t>Request missing evidence; withhold a key assumption.</a:t>
            </a:r>
          </a:p>
        </p:txBody>
      </p:sp>
      <p:sp>
        <p:nvSpPr>
          <p:cNvPr id="14" name="">
            <a:extLst xmlns:a="http://schemas.openxmlformats.org/drawingml/2006/main">
              <a:ext uri="{FF2B5EF4-FFF2-40B4-BE49-F238E27FC236}">
                <a16:creationId xmlns:a16="http://schemas.microsoft.com/office/drawing/2014/main" id="{44247662-7A75-4A2C-A1AA-72A3D9C2AD50}"/>
              </a:ext>
            </a:extLst>
          </p:cNvPr>
          <p:cNvSpPr>
            <a:spLocks xmlns:a="http://schemas.openxmlformats.org/drawingml/2006/main" noGrp="1"/>
          </p:cNvSpPr>
          <p:nvPr/>
        </p:nvSpPr>
        <p:spPr>
          <a:xfrm xmlns:a="http://schemas.openxmlformats.org/drawingml/2006/main">
            <a:off x="609600" y="4686300"/>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550" b="1">
                <a:solidFill>
                  <a:srgbClr val="3B6C5C"/>
                </a:solidFill>
                <a:latin typeface="Arial"/>
                <a:ea typeface="Arial"/>
                <a:cs typeface="Arial"/>
              </a:defRPr>
            </a:defPPr>
            <a:lvl1pPr>
              <a:defRPr sz="2550" b="1">
                <a:solidFill>
                  <a:srgbClr val="3B6C5C"/>
                </a:solidFill>
                <a:latin typeface="Arial"/>
                <a:ea typeface="Arial"/>
                <a:cs typeface="Arial"/>
              </a:defRPr>
            </a:lvl1pPr>
            <a:lvl2pPr>
              <a:defRPr sz="2550" b="1">
                <a:solidFill>
                  <a:srgbClr val="3B6C5C"/>
                </a:solidFill>
                <a:latin typeface="Arial"/>
                <a:ea typeface="Arial"/>
                <a:cs typeface="Arial"/>
              </a:defRPr>
            </a:lvl2pPr>
            <a:lvl3pPr>
              <a:defRPr sz="2550" b="1">
                <a:solidFill>
                  <a:srgbClr val="3B6C5C"/>
                </a:solidFill>
                <a:latin typeface="Arial"/>
                <a:ea typeface="Arial"/>
                <a:cs typeface="Arial"/>
              </a:defRPr>
            </a:lvl3pPr>
            <a:lvl4pPr>
              <a:defRPr sz="2550" b="1">
                <a:solidFill>
                  <a:srgbClr val="3B6C5C"/>
                </a:solidFill>
                <a:latin typeface="Arial"/>
                <a:ea typeface="Arial"/>
                <a:cs typeface="Arial"/>
              </a:defRPr>
            </a:lvl4pPr>
            <a:lvl5pPr>
              <a:defRPr sz="2550" b="1">
                <a:solidFill>
                  <a:srgbClr val="3B6C5C"/>
                </a:solidFill>
                <a:latin typeface="Arial"/>
                <a:ea typeface="Arial"/>
                <a:cs typeface="Arial"/>
              </a:defRPr>
            </a:lvl5pPr>
            <a:lvl6pPr>
              <a:defRPr sz="2550" b="1">
                <a:solidFill>
                  <a:srgbClr val="3B6C5C"/>
                </a:solidFill>
                <a:latin typeface="Arial"/>
                <a:ea typeface="Arial"/>
                <a:cs typeface="Arial"/>
              </a:defRPr>
            </a:lvl6pPr>
            <a:lvl7pPr>
              <a:defRPr sz="2550" b="1">
                <a:solidFill>
                  <a:srgbClr val="3B6C5C"/>
                </a:solidFill>
                <a:latin typeface="Arial"/>
                <a:ea typeface="Arial"/>
                <a:cs typeface="Arial"/>
              </a:defRPr>
            </a:lvl7pPr>
            <a:lvl8pPr>
              <a:defRPr sz="2550" b="1">
                <a:solidFill>
                  <a:srgbClr val="3B6C5C"/>
                </a:solidFill>
                <a:latin typeface="Arial"/>
                <a:ea typeface="Arial"/>
                <a:cs typeface="Arial"/>
              </a:defRPr>
            </a:lvl8pPr>
            <a:lvl9pPr>
              <a:defRPr sz="2550" b="1">
                <a:solidFill>
                  <a:srgbClr val="3B6C5C"/>
                </a:solidFill>
                <a:latin typeface="Arial"/>
                <a:ea typeface="Arial"/>
                <a:cs typeface="Arial"/>
              </a:defRPr>
            </a:lvl9pPr>
          </a:lstStyle>
          <a:p xmlns:a="http://schemas.openxmlformats.org/drawingml/2006/main">
            <a:pPr>
              <a:defRPr sz="2550" b="1">
                <a:solidFill>
                  <a:srgbClr val="3B6C5C"/>
                </a:solidFill>
                <a:latin typeface="Arial"/>
                <a:ea typeface="Arial"/>
                <a:cs typeface="Arial"/>
              </a:defRPr>
            </a:pPr>
            <a:r>
              <a:rPr sz="2550" b="1">
                <a:solidFill>
                  <a:srgbClr val="3B6C5C"/>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C4300661-36D3-4A38-8618-A77CCB2B6E60}"/>
              </a:ext>
            </a:extLst>
          </p:cNvPr>
          <p:cNvSpPr>
            <a:spLocks xmlns:a="http://schemas.openxmlformats.org/drawingml/2006/main" noGrp="1"/>
          </p:cNvSpPr>
          <p:nvPr/>
        </p:nvSpPr>
        <p:spPr>
          <a:xfrm xmlns:a="http://schemas.openxmlformats.org/drawingml/2006/main">
            <a:off x="1428750" y="4686300"/>
            <a:ext cx="3476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1">
                <a:solidFill>
                  <a:srgbClr val="193442"/>
                </a:solidFill>
                <a:latin typeface="Arial"/>
                <a:ea typeface="Arial"/>
                <a:cs typeface="Arial"/>
              </a:defRPr>
            </a:defPPr>
            <a:lvl1pPr>
              <a:defRPr sz="2100" b="1">
                <a:solidFill>
                  <a:srgbClr val="193442"/>
                </a:solidFill>
                <a:latin typeface="Arial"/>
                <a:ea typeface="Arial"/>
                <a:cs typeface="Arial"/>
              </a:defRPr>
            </a:lvl1pPr>
            <a:lvl2pPr>
              <a:defRPr sz="2100" b="1">
                <a:solidFill>
                  <a:srgbClr val="193442"/>
                </a:solidFill>
                <a:latin typeface="Arial"/>
                <a:ea typeface="Arial"/>
                <a:cs typeface="Arial"/>
              </a:defRPr>
            </a:lvl2pPr>
            <a:lvl3pPr>
              <a:defRPr sz="2100" b="1">
                <a:solidFill>
                  <a:srgbClr val="193442"/>
                </a:solidFill>
                <a:latin typeface="Arial"/>
                <a:ea typeface="Arial"/>
                <a:cs typeface="Arial"/>
              </a:defRPr>
            </a:lvl3pPr>
            <a:lvl4pPr>
              <a:defRPr sz="2100" b="1">
                <a:solidFill>
                  <a:srgbClr val="193442"/>
                </a:solidFill>
                <a:latin typeface="Arial"/>
                <a:ea typeface="Arial"/>
                <a:cs typeface="Arial"/>
              </a:defRPr>
            </a:lvl4pPr>
            <a:lvl5pPr>
              <a:defRPr sz="2100" b="1">
                <a:solidFill>
                  <a:srgbClr val="193442"/>
                </a:solidFill>
                <a:latin typeface="Arial"/>
                <a:ea typeface="Arial"/>
                <a:cs typeface="Arial"/>
              </a:defRPr>
            </a:lvl5pPr>
            <a:lvl6pPr>
              <a:defRPr sz="2100" b="1">
                <a:solidFill>
                  <a:srgbClr val="193442"/>
                </a:solidFill>
                <a:latin typeface="Arial"/>
                <a:ea typeface="Arial"/>
                <a:cs typeface="Arial"/>
              </a:defRPr>
            </a:lvl6pPr>
            <a:lvl7pPr>
              <a:defRPr sz="2100" b="1">
                <a:solidFill>
                  <a:srgbClr val="193442"/>
                </a:solidFill>
                <a:latin typeface="Arial"/>
                <a:ea typeface="Arial"/>
                <a:cs typeface="Arial"/>
              </a:defRPr>
            </a:lvl7pPr>
            <a:lvl8pPr>
              <a:defRPr sz="2100" b="1">
                <a:solidFill>
                  <a:srgbClr val="193442"/>
                </a:solidFill>
                <a:latin typeface="Arial"/>
                <a:ea typeface="Arial"/>
                <a:cs typeface="Arial"/>
              </a:defRPr>
            </a:lvl8pPr>
            <a:lvl9pPr>
              <a:defRPr sz="2100" b="1">
                <a:solidFill>
                  <a:srgbClr val="193442"/>
                </a:solidFill>
                <a:latin typeface="Arial"/>
                <a:ea typeface="Arial"/>
                <a:cs typeface="Arial"/>
              </a:defRPr>
            </a:lvl9pPr>
          </a:lstStyle>
          <a:p xmlns:a="http://schemas.openxmlformats.org/drawingml/2006/main">
            <a:pPr>
              <a:defRPr sz="2100" b="1">
                <a:solidFill>
                  <a:srgbClr val="193442"/>
                </a:solidFill>
                <a:latin typeface="Arial"/>
                <a:ea typeface="Arial"/>
                <a:cs typeface="Arial"/>
              </a:defRPr>
            </a:pPr>
            <a:r>
              <a:rPr sz="2100" b="1">
                <a:solidFill>
                  <a:srgbClr val="193442"/>
                </a:solidFill>
                <a:latin typeface="Arial"/>
                <a:ea typeface="Arial"/>
                <a:cs typeface="Arial"/>
              </a:rPr>
              <a:t>Recompute and explain</a:t>
            </a:r>
          </a:p>
        </p:txBody>
      </p:sp>
      <p:sp>
        <p:nvSpPr>
          <p:cNvPr id="16" name="">
            <a:extLst xmlns:a="http://schemas.openxmlformats.org/drawingml/2006/main">
              <a:ext uri="{FF2B5EF4-FFF2-40B4-BE49-F238E27FC236}">
                <a16:creationId xmlns:a16="http://schemas.microsoft.com/office/drawing/2014/main" id="{7B9CE440-CF70-4BAC-B307-68238ED972E0}"/>
              </a:ext>
            </a:extLst>
          </p:cNvPr>
          <p:cNvSpPr>
            <a:spLocks xmlns:a="http://schemas.openxmlformats.org/drawingml/2006/main" noGrp="1"/>
          </p:cNvSpPr>
          <p:nvPr/>
        </p:nvSpPr>
        <p:spPr>
          <a:xfrm xmlns:a="http://schemas.openxmlformats.org/drawingml/2006/main">
            <a:off x="5095875" y="4686300"/>
            <a:ext cx="6334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0">
                <a:solidFill>
                  <a:srgbClr val="64747C"/>
                </a:solidFill>
                <a:latin typeface="Arial"/>
                <a:ea typeface="Arial"/>
                <a:cs typeface="Arial"/>
              </a:defRPr>
            </a:defPPr>
            <a:lvl1pPr>
              <a:defRPr sz="1875" b="0">
                <a:solidFill>
                  <a:srgbClr val="64747C"/>
                </a:solidFill>
                <a:latin typeface="Arial"/>
                <a:ea typeface="Arial"/>
                <a:cs typeface="Arial"/>
              </a:defRPr>
            </a:lvl1pPr>
            <a:lvl2pPr>
              <a:defRPr sz="1875" b="0">
                <a:solidFill>
                  <a:srgbClr val="64747C"/>
                </a:solidFill>
                <a:latin typeface="Arial"/>
                <a:ea typeface="Arial"/>
                <a:cs typeface="Arial"/>
              </a:defRPr>
            </a:lvl2pPr>
            <a:lvl3pPr>
              <a:defRPr sz="1875" b="0">
                <a:solidFill>
                  <a:srgbClr val="64747C"/>
                </a:solidFill>
                <a:latin typeface="Arial"/>
                <a:ea typeface="Arial"/>
                <a:cs typeface="Arial"/>
              </a:defRPr>
            </a:lvl3pPr>
            <a:lvl4pPr>
              <a:defRPr sz="1875" b="0">
                <a:solidFill>
                  <a:srgbClr val="64747C"/>
                </a:solidFill>
                <a:latin typeface="Arial"/>
                <a:ea typeface="Arial"/>
                <a:cs typeface="Arial"/>
              </a:defRPr>
            </a:lvl4pPr>
            <a:lvl5pPr>
              <a:defRPr sz="1875" b="0">
                <a:solidFill>
                  <a:srgbClr val="64747C"/>
                </a:solidFill>
                <a:latin typeface="Arial"/>
                <a:ea typeface="Arial"/>
                <a:cs typeface="Arial"/>
              </a:defRPr>
            </a:lvl5pPr>
            <a:lvl6pPr>
              <a:defRPr sz="1875" b="0">
                <a:solidFill>
                  <a:srgbClr val="64747C"/>
                </a:solidFill>
                <a:latin typeface="Arial"/>
                <a:ea typeface="Arial"/>
                <a:cs typeface="Arial"/>
              </a:defRPr>
            </a:lvl6pPr>
            <a:lvl7pPr>
              <a:defRPr sz="1875" b="0">
                <a:solidFill>
                  <a:srgbClr val="64747C"/>
                </a:solidFill>
                <a:latin typeface="Arial"/>
                <a:ea typeface="Arial"/>
                <a:cs typeface="Arial"/>
              </a:defRPr>
            </a:lvl7pPr>
            <a:lvl8pPr>
              <a:defRPr sz="1875" b="0">
                <a:solidFill>
                  <a:srgbClr val="64747C"/>
                </a:solidFill>
                <a:latin typeface="Arial"/>
                <a:ea typeface="Arial"/>
                <a:cs typeface="Arial"/>
              </a:defRPr>
            </a:lvl8pPr>
            <a:lvl9pPr>
              <a:defRPr sz="1875" b="0">
                <a:solidFill>
                  <a:srgbClr val="64747C"/>
                </a:solidFill>
                <a:latin typeface="Arial"/>
                <a:ea typeface="Arial"/>
                <a:cs typeface="Arial"/>
              </a:defRPr>
            </a:lvl9pPr>
          </a:lstStyle>
          <a:p xmlns:a="http://schemas.openxmlformats.org/drawingml/2006/main">
            <a:pPr>
              <a:defRPr sz="1875" b="0">
                <a:solidFill>
                  <a:srgbClr val="64747C"/>
                </a:solidFill>
                <a:latin typeface="Arial"/>
                <a:ea typeface="Arial"/>
                <a:cs typeface="Arial"/>
              </a:defRPr>
            </a:pPr>
            <a:r>
              <a:rPr sz="1875" b="0">
                <a:solidFill>
                  <a:srgbClr val="64747C"/>
                </a:solidFill>
                <a:latin typeface="Arial"/>
                <a:ea typeface="Arial"/>
                <a:cs typeface="Arial"/>
              </a:rPr>
              <a:t>Return supported findings, citations and next actions.</a:t>
            </a:r>
          </a:p>
        </p:txBody>
      </p:sp>
      <p:sp>
        <p:nvSpPr>
          <p:cNvPr id="17" name="">
            <a:extLst xmlns:a="http://schemas.openxmlformats.org/drawingml/2006/main">
              <a:ext uri="{FF2B5EF4-FFF2-40B4-BE49-F238E27FC236}">
                <a16:creationId xmlns:a16="http://schemas.microsoft.com/office/drawing/2014/main" id="{FF68A1AC-988F-4EAD-B5AB-2EF4DA4B87FC}"/>
              </a:ext>
            </a:extLst>
          </p:cNvPr>
          <p:cNvSpPr>
            <a:spLocks xmlns:a="http://schemas.openxmlformats.org/drawingml/2006/main" noGrp="1"/>
          </p:cNvSpPr>
          <p:nvPr/>
        </p:nvSpPr>
        <p:spPr>
          <a:xfrm xmlns:a="http://schemas.openxmlformats.org/drawingml/2006/main">
            <a:off x="609600" y="58102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75" b="1">
                <a:solidFill>
                  <a:srgbClr val="3B6C5C"/>
                </a:solidFill>
                <a:latin typeface="Arial"/>
                <a:ea typeface="Arial"/>
                <a:cs typeface="Arial"/>
              </a:defRPr>
            </a:defPPr>
            <a:lvl1pPr>
              <a:defRPr sz="1575" b="1">
                <a:solidFill>
                  <a:srgbClr val="3B6C5C"/>
                </a:solidFill>
                <a:latin typeface="Arial"/>
                <a:ea typeface="Arial"/>
                <a:cs typeface="Arial"/>
              </a:defRPr>
            </a:lvl1pPr>
            <a:lvl2pPr>
              <a:defRPr sz="1575" b="1">
                <a:solidFill>
                  <a:srgbClr val="3B6C5C"/>
                </a:solidFill>
                <a:latin typeface="Arial"/>
                <a:ea typeface="Arial"/>
                <a:cs typeface="Arial"/>
              </a:defRPr>
            </a:lvl2pPr>
            <a:lvl3pPr>
              <a:defRPr sz="1575" b="1">
                <a:solidFill>
                  <a:srgbClr val="3B6C5C"/>
                </a:solidFill>
                <a:latin typeface="Arial"/>
                <a:ea typeface="Arial"/>
                <a:cs typeface="Arial"/>
              </a:defRPr>
            </a:lvl3pPr>
            <a:lvl4pPr>
              <a:defRPr sz="1575" b="1">
                <a:solidFill>
                  <a:srgbClr val="3B6C5C"/>
                </a:solidFill>
                <a:latin typeface="Arial"/>
                <a:ea typeface="Arial"/>
                <a:cs typeface="Arial"/>
              </a:defRPr>
            </a:lvl4pPr>
            <a:lvl5pPr>
              <a:defRPr sz="1575" b="1">
                <a:solidFill>
                  <a:srgbClr val="3B6C5C"/>
                </a:solidFill>
                <a:latin typeface="Arial"/>
                <a:ea typeface="Arial"/>
                <a:cs typeface="Arial"/>
              </a:defRPr>
            </a:lvl5pPr>
            <a:lvl6pPr>
              <a:defRPr sz="1575" b="1">
                <a:solidFill>
                  <a:srgbClr val="3B6C5C"/>
                </a:solidFill>
                <a:latin typeface="Arial"/>
                <a:ea typeface="Arial"/>
                <a:cs typeface="Arial"/>
              </a:defRPr>
            </a:lvl6pPr>
            <a:lvl7pPr>
              <a:defRPr sz="1575" b="1">
                <a:solidFill>
                  <a:srgbClr val="3B6C5C"/>
                </a:solidFill>
                <a:latin typeface="Arial"/>
                <a:ea typeface="Arial"/>
                <a:cs typeface="Arial"/>
              </a:defRPr>
            </a:lvl7pPr>
            <a:lvl8pPr>
              <a:defRPr sz="1575" b="1">
                <a:solidFill>
                  <a:srgbClr val="3B6C5C"/>
                </a:solidFill>
                <a:latin typeface="Arial"/>
                <a:ea typeface="Arial"/>
                <a:cs typeface="Arial"/>
              </a:defRPr>
            </a:lvl8pPr>
            <a:lvl9pPr>
              <a:defRPr sz="1575" b="1">
                <a:solidFill>
                  <a:srgbClr val="3B6C5C"/>
                </a:solidFill>
                <a:latin typeface="Arial"/>
                <a:ea typeface="Arial"/>
                <a:cs typeface="Arial"/>
              </a:defRPr>
            </a:lvl9pPr>
          </a:lstStyle>
          <a:p xmlns:a="http://schemas.openxmlformats.org/drawingml/2006/main">
            <a:pPr>
              <a:defRPr sz="1575" b="1">
                <a:solidFill>
                  <a:srgbClr val="3B6C5C"/>
                </a:solidFill>
                <a:latin typeface="Arial"/>
                <a:ea typeface="Arial"/>
                <a:cs typeface="Arial"/>
              </a:defRPr>
            </a:pPr>
            <a:r>
              <a:rPr sz="1575" b="1">
                <a:solidFill>
                  <a:srgbClr val="3B6C5C"/>
                </a:solidFill>
                <a:latin typeface="Arial"/>
                <a:ea typeface="Arial"/>
                <a:cs typeface="Arial"/>
              </a:rPr>
              <a:t>BOUNDED LIVE PATH: 3 MODEL CALLS · 4 UNIQUE SQL READS · 5 MINUTES</a:t>
            </a:r>
          </a:p>
        </p:txBody>
      </p:sp>
    </p:spTree>
    <p:extLst>
      <p:ext uri="{BB962C8B-B14F-4D97-AF65-F5344CB8AC3E}">
        <p14:creationId xmlns:p14="http://schemas.microsoft.com/office/powerpoint/2010/main" val="210352118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5619D68-71D1-4B11-9747-6569D7D36681}"/>
              </a:ext>
            </a:extLst>
          </p:cNvPr>
          <p:cNvSpPr>
            <a:spLocks xmlns:a="http://schemas.openxmlformats.org/drawingml/2006/main" noGrp="1"/>
          </p:cNvSpPr>
          <p:nvPr/>
        </p:nvSpPr>
        <p:spPr>
          <a:xfrm xmlns:a="http://schemas.openxmlformats.org/drawingml/2006/main">
            <a:off x="609600" y="3810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3B6C5C"/>
                </a:solidFill>
                <a:latin typeface="Arial"/>
                <a:ea typeface="Arial"/>
                <a:cs typeface="Arial"/>
              </a:defRPr>
            </a:defPPr>
            <a:lvl1pPr>
              <a:defRPr sz="1350" b="1">
                <a:solidFill>
                  <a:srgbClr val="3B6C5C"/>
                </a:solidFill>
                <a:latin typeface="Arial"/>
                <a:ea typeface="Arial"/>
                <a:cs typeface="Arial"/>
              </a:defRPr>
            </a:lvl1pPr>
            <a:lvl2pPr>
              <a:defRPr sz="1350" b="1">
                <a:solidFill>
                  <a:srgbClr val="3B6C5C"/>
                </a:solidFill>
                <a:latin typeface="Arial"/>
                <a:ea typeface="Arial"/>
                <a:cs typeface="Arial"/>
              </a:defRPr>
            </a:lvl2pPr>
            <a:lvl3pPr>
              <a:defRPr sz="1350" b="1">
                <a:solidFill>
                  <a:srgbClr val="3B6C5C"/>
                </a:solidFill>
                <a:latin typeface="Arial"/>
                <a:ea typeface="Arial"/>
                <a:cs typeface="Arial"/>
              </a:defRPr>
            </a:lvl3pPr>
            <a:lvl4pPr>
              <a:defRPr sz="1350" b="1">
                <a:solidFill>
                  <a:srgbClr val="3B6C5C"/>
                </a:solidFill>
                <a:latin typeface="Arial"/>
                <a:ea typeface="Arial"/>
                <a:cs typeface="Arial"/>
              </a:defRPr>
            </a:lvl4pPr>
            <a:lvl5pPr>
              <a:defRPr sz="1350" b="1">
                <a:solidFill>
                  <a:srgbClr val="3B6C5C"/>
                </a:solidFill>
                <a:latin typeface="Arial"/>
                <a:ea typeface="Arial"/>
                <a:cs typeface="Arial"/>
              </a:defRPr>
            </a:lvl5pPr>
            <a:lvl6pPr>
              <a:defRPr sz="1350" b="1">
                <a:solidFill>
                  <a:srgbClr val="3B6C5C"/>
                </a:solidFill>
                <a:latin typeface="Arial"/>
                <a:ea typeface="Arial"/>
                <a:cs typeface="Arial"/>
              </a:defRPr>
            </a:lvl6pPr>
            <a:lvl7pPr>
              <a:defRPr sz="1350" b="1">
                <a:solidFill>
                  <a:srgbClr val="3B6C5C"/>
                </a:solidFill>
                <a:latin typeface="Arial"/>
                <a:ea typeface="Arial"/>
                <a:cs typeface="Arial"/>
              </a:defRPr>
            </a:lvl7pPr>
            <a:lvl8pPr>
              <a:defRPr sz="1350" b="1">
                <a:solidFill>
                  <a:srgbClr val="3B6C5C"/>
                </a:solidFill>
                <a:latin typeface="Arial"/>
                <a:ea typeface="Arial"/>
                <a:cs typeface="Arial"/>
              </a:defRPr>
            </a:lvl8pPr>
            <a:lvl9pPr>
              <a:defRPr sz="1350" b="1">
                <a:solidFill>
                  <a:srgbClr val="3B6C5C"/>
                </a:solidFill>
                <a:latin typeface="Arial"/>
                <a:ea typeface="Arial"/>
                <a:cs typeface="Arial"/>
              </a:defRPr>
            </a:lvl9pPr>
          </a:lstStyle>
          <a:p xmlns:a="http://schemas.openxmlformats.org/drawingml/2006/main">
            <a:pPr>
              <a:defRPr sz="1350" b="1">
                <a:solidFill>
                  <a:srgbClr val="3B6C5C"/>
                </a:solidFill>
                <a:latin typeface="Arial"/>
                <a:ea typeface="Arial"/>
                <a:cs typeface="Arial"/>
              </a:defRPr>
            </a:pPr>
            <a:r>
              <a:rPr sz="1350" b="1">
                <a:solidFill>
                  <a:srgbClr val="3B6C5C"/>
                </a:solidFill>
                <a:latin typeface="Arial"/>
                <a:ea typeface="Arial"/>
                <a:cs typeface="Arial"/>
              </a:rPr>
              <a:t>TECHNICAL STACK</a:t>
            </a:r>
          </a:p>
        </p:txBody>
      </p:sp>
      <p:sp>
        <p:nvSpPr>
          <p:cNvPr id="2" name="">
            <a:extLst xmlns:a="http://schemas.openxmlformats.org/drawingml/2006/main">
              <a:ext uri="{FF2B5EF4-FFF2-40B4-BE49-F238E27FC236}">
                <a16:creationId xmlns:a16="http://schemas.microsoft.com/office/drawing/2014/main" id="{F8F3ACAB-0FA3-48B4-9489-0C374B56CF4F}"/>
              </a:ext>
            </a:extLst>
          </p:cNvPr>
          <p:cNvSpPr>
            <a:spLocks xmlns:a="http://schemas.openxmlformats.org/drawingml/2006/main" noGrp="1"/>
          </p:cNvSpPr>
          <p:nvPr/>
        </p:nvSpPr>
        <p:spPr>
          <a:xfrm xmlns:a="http://schemas.openxmlformats.org/drawingml/2006/main">
            <a:off x="609600" y="904875"/>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93442"/>
                </a:solidFill>
                <a:latin typeface="Arial"/>
                <a:ea typeface="Arial"/>
                <a:cs typeface="Arial"/>
              </a:defRPr>
            </a:defPPr>
            <a:lvl1pPr>
              <a:defRPr sz="3300" b="1">
                <a:solidFill>
                  <a:srgbClr val="193442"/>
                </a:solidFill>
                <a:latin typeface="Arial"/>
                <a:ea typeface="Arial"/>
                <a:cs typeface="Arial"/>
              </a:defRPr>
            </a:lvl1pPr>
            <a:lvl2pPr>
              <a:defRPr sz="3300" b="1">
                <a:solidFill>
                  <a:srgbClr val="193442"/>
                </a:solidFill>
                <a:latin typeface="Arial"/>
                <a:ea typeface="Arial"/>
                <a:cs typeface="Arial"/>
              </a:defRPr>
            </a:lvl2pPr>
            <a:lvl3pPr>
              <a:defRPr sz="3300" b="1">
                <a:solidFill>
                  <a:srgbClr val="193442"/>
                </a:solidFill>
                <a:latin typeface="Arial"/>
                <a:ea typeface="Arial"/>
                <a:cs typeface="Arial"/>
              </a:defRPr>
            </a:lvl3pPr>
            <a:lvl4pPr>
              <a:defRPr sz="3300" b="1">
                <a:solidFill>
                  <a:srgbClr val="193442"/>
                </a:solidFill>
                <a:latin typeface="Arial"/>
                <a:ea typeface="Arial"/>
                <a:cs typeface="Arial"/>
              </a:defRPr>
            </a:lvl4pPr>
            <a:lvl5pPr>
              <a:defRPr sz="3300" b="1">
                <a:solidFill>
                  <a:srgbClr val="193442"/>
                </a:solidFill>
                <a:latin typeface="Arial"/>
                <a:ea typeface="Arial"/>
                <a:cs typeface="Arial"/>
              </a:defRPr>
            </a:lvl5pPr>
            <a:lvl6pPr>
              <a:defRPr sz="3300" b="1">
                <a:solidFill>
                  <a:srgbClr val="193442"/>
                </a:solidFill>
                <a:latin typeface="Arial"/>
                <a:ea typeface="Arial"/>
                <a:cs typeface="Arial"/>
              </a:defRPr>
            </a:lvl6pPr>
            <a:lvl7pPr>
              <a:defRPr sz="3300" b="1">
                <a:solidFill>
                  <a:srgbClr val="193442"/>
                </a:solidFill>
                <a:latin typeface="Arial"/>
                <a:ea typeface="Arial"/>
                <a:cs typeface="Arial"/>
              </a:defRPr>
            </a:lvl7pPr>
            <a:lvl8pPr>
              <a:defRPr sz="3300" b="1">
                <a:solidFill>
                  <a:srgbClr val="193442"/>
                </a:solidFill>
                <a:latin typeface="Arial"/>
                <a:ea typeface="Arial"/>
                <a:cs typeface="Arial"/>
              </a:defRPr>
            </a:lvl8pPr>
            <a:lvl9pPr>
              <a:defRPr sz="3300" b="1">
                <a:solidFill>
                  <a:srgbClr val="193442"/>
                </a:solidFill>
                <a:latin typeface="Arial"/>
                <a:ea typeface="Arial"/>
                <a:cs typeface="Arial"/>
              </a:defRPr>
            </a:lvl9pPr>
          </a:lstStyle>
          <a:p xmlns:a="http://schemas.openxmlformats.org/drawingml/2006/main">
            <a:pPr>
              <a:defRPr sz="3300" b="1">
                <a:solidFill>
                  <a:srgbClr val="193442"/>
                </a:solidFill>
                <a:latin typeface="Arial"/>
                <a:ea typeface="Arial"/>
                <a:cs typeface="Arial"/>
              </a:defRPr>
            </a:pPr>
            <a:r>
              <a:rPr sz="3300" b="1">
                <a:solidFill>
                  <a:srgbClr val="193442"/>
                </a:solidFill>
                <a:latin typeface="Arial"/>
                <a:ea typeface="Arial"/>
                <a:cs typeface="Arial"/>
              </a:rPr>
              <a:t>Two ways to run the same evidence core</a:t>
            </a:r>
          </a:p>
        </p:txBody>
      </p:sp>
      <p:sp>
        <p:nvSpPr>
          <p:cNvPr id="3" name="">
            <a:extLst xmlns:a="http://schemas.openxmlformats.org/drawingml/2006/main">
              <a:ext uri="{FF2B5EF4-FFF2-40B4-BE49-F238E27FC236}">
                <a16:creationId xmlns:a16="http://schemas.microsoft.com/office/drawing/2014/main" id="{3D8ECD10-B26D-499B-9A8C-3EEB7C98F540}"/>
              </a:ext>
            </a:extLst>
          </p:cNvPr>
          <p:cNvSpPr>
            <a:spLocks xmlns:a="http://schemas.openxmlformats.org/drawingml/2006/main" noGrp="1"/>
          </p:cNvSpPr>
          <p:nvPr/>
        </p:nvSpPr>
        <p:spPr>
          <a:xfrm xmlns:a="http://schemas.openxmlformats.org/drawingml/2006/main">
            <a:off x="609600" y="6381750"/>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64747C"/>
                </a:solidFill>
                <a:latin typeface="Arial"/>
                <a:ea typeface="Arial"/>
                <a:cs typeface="Arial"/>
              </a:defRPr>
            </a:defPPr>
            <a:lvl1pPr>
              <a:defRPr sz="975" b="0">
                <a:solidFill>
                  <a:srgbClr val="64747C"/>
                </a:solidFill>
                <a:latin typeface="Arial"/>
                <a:ea typeface="Arial"/>
                <a:cs typeface="Arial"/>
              </a:defRPr>
            </a:lvl1pPr>
            <a:lvl2pPr>
              <a:defRPr sz="975" b="0">
                <a:solidFill>
                  <a:srgbClr val="64747C"/>
                </a:solidFill>
                <a:latin typeface="Arial"/>
                <a:ea typeface="Arial"/>
                <a:cs typeface="Arial"/>
              </a:defRPr>
            </a:lvl2pPr>
            <a:lvl3pPr>
              <a:defRPr sz="975" b="0">
                <a:solidFill>
                  <a:srgbClr val="64747C"/>
                </a:solidFill>
                <a:latin typeface="Arial"/>
                <a:ea typeface="Arial"/>
                <a:cs typeface="Arial"/>
              </a:defRPr>
            </a:lvl3pPr>
            <a:lvl4pPr>
              <a:defRPr sz="975" b="0">
                <a:solidFill>
                  <a:srgbClr val="64747C"/>
                </a:solidFill>
                <a:latin typeface="Arial"/>
                <a:ea typeface="Arial"/>
                <a:cs typeface="Arial"/>
              </a:defRPr>
            </a:lvl4pPr>
            <a:lvl5pPr>
              <a:defRPr sz="975" b="0">
                <a:solidFill>
                  <a:srgbClr val="64747C"/>
                </a:solidFill>
                <a:latin typeface="Arial"/>
                <a:ea typeface="Arial"/>
                <a:cs typeface="Arial"/>
              </a:defRPr>
            </a:lvl5pPr>
            <a:lvl6pPr>
              <a:defRPr sz="975" b="0">
                <a:solidFill>
                  <a:srgbClr val="64747C"/>
                </a:solidFill>
                <a:latin typeface="Arial"/>
                <a:ea typeface="Arial"/>
                <a:cs typeface="Arial"/>
              </a:defRPr>
            </a:lvl6pPr>
            <a:lvl7pPr>
              <a:defRPr sz="975" b="0">
                <a:solidFill>
                  <a:srgbClr val="64747C"/>
                </a:solidFill>
                <a:latin typeface="Arial"/>
                <a:ea typeface="Arial"/>
                <a:cs typeface="Arial"/>
              </a:defRPr>
            </a:lvl7pPr>
            <a:lvl8pPr>
              <a:defRPr sz="975" b="0">
                <a:solidFill>
                  <a:srgbClr val="64747C"/>
                </a:solidFill>
                <a:latin typeface="Arial"/>
                <a:ea typeface="Arial"/>
                <a:cs typeface="Arial"/>
              </a:defRPr>
            </a:lvl8pPr>
            <a:lvl9pPr>
              <a:defRPr sz="975" b="0">
                <a:solidFill>
                  <a:srgbClr val="64747C"/>
                </a:solidFill>
                <a:latin typeface="Arial"/>
                <a:ea typeface="Arial"/>
                <a:cs typeface="Arial"/>
              </a:defRPr>
            </a:lvl9pPr>
          </a:lstStyle>
          <a:p xmlns:a="http://schemas.openxmlformats.org/drawingml/2006/main">
            <a:pPr>
              <a:defRPr sz="975" b="0">
                <a:solidFill>
                  <a:srgbClr val="64747C"/>
                </a:solidFill>
                <a:latin typeface="Arial"/>
                <a:ea typeface="Arial"/>
                <a:cs typeface="Arial"/>
              </a:defRPr>
            </a:pPr>
            <a:r>
              <a:rPr sz="975" b="0">
                <a:solidFill>
                  <a:srgbClr val="64747C"/>
                </a:solidFill>
                <a:latin typeface="Arial"/>
                <a:ea typeface="Arial"/>
                <a:cs typeface="Arial"/>
              </a:rPr>
              <a:t>TRACEHARBOR  /  OPEN AGENT HACKATHON 2026</a:t>
            </a:r>
          </a:p>
        </p:txBody>
      </p:sp>
      <p:sp>
        <p:nvSpPr>
          <p:cNvPr id="4" name="">
            <a:extLst xmlns:a="http://schemas.openxmlformats.org/drawingml/2006/main">
              <a:ext uri="{FF2B5EF4-FFF2-40B4-BE49-F238E27FC236}">
                <a16:creationId xmlns:a16="http://schemas.microsoft.com/office/drawing/2014/main" id="{3B6197C0-54F0-4688-86C8-CCF9AD7B29BD}"/>
              </a:ext>
            </a:extLst>
          </p:cNvPr>
          <p:cNvSpPr>
            <a:spLocks xmlns:a="http://schemas.openxmlformats.org/drawingml/2006/main" noGrp="1"/>
          </p:cNvSpPr>
          <p:nvPr/>
        </p:nvSpPr>
        <p:spPr>
          <a:xfrm xmlns:a="http://schemas.openxmlformats.org/drawingml/2006/main">
            <a:off x="11239500" y="633412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00" b="0">
                <a:solidFill>
                  <a:srgbClr val="64747C"/>
                </a:solidFill>
                <a:latin typeface="Arial"/>
                <a:ea typeface="Arial"/>
                <a:cs typeface="Arial"/>
              </a:defRPr>
            </a:defPPr>
            <a:lvl1pPr>
              <a:defRPr sz="1200" b="0">
                <a:solidFill>
                  <a:srgbClr val="64747C"/>
                </a:solidFill>
                <a:latin typeface="Arial"/>
                <a:ea typeface="Arial"/>
                <a:cs typeface="Arial"/>
              </a:defRPr>
            </a:lvl1pPr>
            <a:lvl2pPr>
              <a:defRPr sz="1200" b="0">
                <a:solidFill>
                  <a:srgbClr val="64747C"/>
                </a:solidFill>
                <a:latin typeface="Arial"/>
                <a:ea typeface="Arial"/>
                <a:cs typeface="Arial"/>
              </a:defRPr>
            </a:lvl2pPr>
            <a:lvl3pPr>
              <a:defRPr sz="1200" b="0">
                <a:solidFill>
                  <a:srgbClr val="64747C"/>
                </a:solidFill>
                <a:latin typeface="Arial"/>
                <a:ea typeface="Arial"/>
                <a:cs typeface="Arial"/>
              </a:defRPr>
            </a:lvl3pPr>
            <a:lvl4pPr>
              <a:defRPr sz="1200" b="0">
                <a:solidFill>
                  <a:srgbClr val="64747C"/>
                </a:solidFill>
                <a:latin typeface="Arial"/>
                <a:ea typeface="Arial"/>
                <a:cs typeface="Arial"/>
              </a:defRPr>
            </a:lvl4pPr>
            <a:lvl5pPr>
              <a:defRPr sz="1200" b="0">
                <a:solidFill>
                  <a:srgbClr val="64747C"/>
                </a:solidFill>
                <a:latin typeface="Arial"/>
                <a:ea typeface="Arial"/>
                <a:cs typeface="Arial"/>
              </a:defRPr>
            </a:lvl5pPr>
            <a:lvl6pPr>
              <a:defRPr sz="1200" b="0">
                <a:solidFill>
                  <a:srgbClr val="64747C"/>
                </a:solidFill>
                <a:latin typeface="Arial"/>
                <a:ea typeface="Arial"/>
                <a:cs typeface="Arial"/>
              </a:defRPr>
            </a:lvl6pPr>
            <a:lvl7pPr>
              <a:defRPr sz="1200" b="0">
                <a:solidFill>
                  <a:srgbClr val="64747C"/>
                </a:solidFill>
                <a:latin typeface="Arial"/>
                <a:ea typeface="Arial"/>
                <a:cs typeface="Arial"/>
              </a:defRPr>
            </a:lvl7pPr>
            <a:lvl8pPr>
              <a:defRPr sz="1200" b="0">
                <a:solidFill>
                  <a:srgbClr val="64747C"/>
                </a:solidFill>
                <a:latin typeface="Arial"/>
                <a:ea typeface="Arial"/>
                <a:cs typeface="Arial"/>
              </a:defRPr>
            </a:lvl8pPr>
            <a:lvl9pPr>
              <a:defRPr sz="1200" b="0">
                <a:solidFill>
                  <a:srgbClr val="64747C"/>
                </a:solidFill>
                <a:latin typeface="Arial"/>
                <a:ea typeface="Arial"/>
                <a:cs typeface="Arial"/>
              </a:defRPr>
            </a:lvl9pPr>
          </a:lstStyle>
          <a:p xmlns:a="http://schemas.openxmlformats.org/drawingml/2006/main">
            <a:pPr>
              <a:defRPr sz="1200" b="0">
                <a:solidFill>
                  <a:srgbClr val="64747C"/>
                </a:solidFill>
                <a:latin typeface="Arial"/>
                <a:ea typeface="Arial"/>
                <a:cs typeface="Arial"/>
              </a:defRPr>
            </a:pPr>
            <a:r>
              <a:rPr sz="1200" b="0">
                <a:solidFill>
                  <a:srgbClr val="64747C"/>
                </a:solidFill>
                <a:latin typeface="Arial"/>
                <a:ea typeface="Arial"/>
                <a:cs typeface="Arial"/>
              </a:rPr>
              <a:t>4</a:t>
            </a:r>
          </a:p>
        </p:txBody>
      </p:sp>
      <p:sp>
        <p:nvSpPr>
          <p:cNvPr id="5" name="">
            <a:extLst xmlns:a="http://schemas.openxmlformats.org/drawingml/2006/main">
              <a:ext uri="{FF2B5EF4-FFF2-40B4-BE49-F238E27FC236}">
                <a16:creationId xmlns:a16="http://schemas.microsoft.com/office/drawing/2014/main" id="{72A30876-0DA0-466D-B46F-D83C621B82DE}"/>
              </a:ext>
            </a:extLst>
          </p:cNvPr>
          <p:cNvSpPr>
            <a:spLocks xmlns:a="http://schemas.openxmlformats.org/drawingml/2006/main" noGrp="1"/>
          </p:cNvSpPr>
          <p:nvPr/>
        </p:nvSpPr>
        <p:spPr>
          <a:xfrm xmlns:a="http://schemas.openxmlformats.org/drawingml/2006/main">
            <a:off x="609600" y="2143125"/>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3B6C5C"/>
                </a:solidFill>
                <a:latin typeface="Arial"/>
                <a:ea typeface="Arial"/>
                <a:cs typeface="Arial"/>
              </a:defRPr>
            </a:defPPr>
            <a:lvl1pPr>
              <a:defRPr sz="1650" b="1">
                <a:solidFill>
                  <a:srgbClr val="3B6C5C"/>
                </a:solidFill>
                <a:latin typeface="Arial"/>
                <a:ea typeface="Arial"/>
                <a:cs typeface="Arial"/>
              </a:defRPr>
            </a:lvl1pPr>
            <a:lvl2pPr>
              <a:defRPr sz="1650" b="1">
                <a:solidFill>
                  <a:srgbClr val="3B6C5C"/>
                </a:solidFill>
                <a:latin typeface="Arial"/>
                <a:ea typeface="Arial"/>
                <a:cs typeface="Arial"/>
              </a:defRPr>
            </a:lvl2pPr>
            <a:lvl3pPr>
              <a:defRPr sz="1650" b="1">
                <a:solidFill>
                  <a:srgbClr val="3B6C5C"/>
                </a:solidFill>
                <a:latin typeface="Arial"/>
                <a:ea typeface="Arial"/>
                <a:cs typeface="Arial"/>
              </a:defRPr>
            </a:lvl3pPr>
            <a:lvl4pPr>
              <a:defRPr sz="1650" b="1">
                <a:solidFill>
                  <a:srgbClr val="3B6C5C"/>
                </a:solidFill>
                <a:latin typeface="Arial"/>
                <a:ea typeface="Arial"/>
                <a:cs typeface="Arial"/>
              </a:defRPr>
            </a:lvl4pPr>
            <a:lvl5pPr>
              <a:defRPr sz="1650" b="1">
                <a:solidFill>
                  <a:srgbClr val="3B6C5C"/>
                </a:solidFill>
                <a:latin typeface="Arial"/>
                <a:ea typeface="Arial"/>
                <a:cs typeface="Arial"/>
              </a:defRPr>
            </a:lvl5pPr>
            <a:lvl6pPr>
              <a:defRPr sz="1650" b="1">
                <a:solidFill>
                  <a:srgbClr val="3B6C5C"/>
                </a:solidFill>
                <a:latin typeface="Arial"/>
                <a:ea typeface="Arial"/>
                <a:cs typeface="Arial"/>
              </a:defRPr>
            </a:lvl6pPr>
            <a:lvl7pPr>
              <a:defRPr sz="1650" b="1">
                <a:solidFill>
                  <a:srgbClr val="3B6C5C"/>
                </a:solidFill>
                <a:latin typeface="Arial"/>
                <a:ea typeface="Arial"/>
                <a:cs typeface="Arial"/>
              </a:defRPr>
            </a:lvl7pPr>
            <a:lvl8pPr>
              <a:defRPr sz="1650" b="1">
                <a:solidFill>
                  <a:srgbClr val="3B6C5C"/>
                </a:solidFill>
                <a:latin typeface="Arial"/>
                <a:ea typeface="Arial"/>
                <a:cs typeface="Arial"/>
              </a:defRPr>
            </a:lvl8pPr>
            <a:lvl9pPr>
              <a:defRPr sz="1650" b="1">
                <a:solidFill>
                  <a:srgbClr val="3B6C5C"/>
                </a:solidFill>
                <a:latin typeface="Arial"/>
                <a:ea typeface="Arial"/>
                <a:cs typeface="Arial"/>
              </a:defRPr>
            </a:lvl9pPr>
          </a:lstStyle>
          <a:p xmlns:a="http://schemas.openxmlformats.org/drawingml/2006/main">
            <a:pPr>
              <a:defRPr sz="1650" b="1">
                <a:solidFill>
                  <a:srgbClr val="3B6C5C"/>
                </a:solidFill>
                <a:latin typeface="Arial"/>
                <a:ea typeface="Arial"/>
                <a:cs typeface="Arial"/>
              </a:defRPr>
            </a:pPr>
            <a:r>
              <a:rPr sz="1650" b="1">
                <a:solidFill>
                  <a:srgbClr val="3B6C5C"/>
                </a:solidFill>
                <a:latin typeface="Arial"/>
                <a:ea typeface="Arial"/>
                <a:cs typeface="Arial"/>
              </a:rPr>
              <a:t>PUBLIC SAMPLE</a:t>
            </a:r>
          </a:p>
        </p:txBody>
      </p:sp>
      <p:sp>
        <p:nvSpPr>
          <p:cNvPr id="6" name="">
            <a:extLst xmlns:a="http://schemas.openxmlformats.org/drawingml/2006/main">
              <a:ext uri="{FF2B5EF4-FFF2-40B4-BE49-F238E27FC236}">
                <a16:creationId xmlns:a16="http://schemas.microsoft.com/office/drawing/2014/main" id="{01DABDBC-2115-4660-BC5C-7C316E82A32E}"/>
              </a:ext>
            </a:extLst>
          </p:cNvPr>
          <p:cNvSpPr>
            <a:spLocks xmlns:a="http://schemas.openxmlformats.org/drawingml/2006/main" noGrp="1"/>
          </p:cNvSpPr>
          <p:nvPr/>
        </p:nvSpPr>
        <p:spPr>
          <a:xfrm xmlns:a="http://schemas.openxmlformats.org/drawingml/2006/main">
            <a:off x="609600" y="2724150"/>
            <a:ext cx="490537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93442"/>
                </a:solidFill>
                <a:latin typeface="Arial"/>
                <a:ea typeface="Arial"/>
                <a:cs typeface="Arial"/>
              </a:defRPr>
            </a:defPPr>
            <a:lvl1pPr>
              <a:defRPr sz="2250" b="0">
                <a:solidFill>
                  <a:srgbClr val="193442"/>
                </a:solidFill>
                <a:latin typeface="Arial"/>
                <a:ea typeface="Arial"/>
                <a:cs typeface="Arial"/>
              </a:defRPr>
            </a:lvl1pPr>
            <a:lvl2pPr>
              <a:defRPr sz="2250" b="0">
                <a:solidFill>
                  <a:srgbClr val="193442"/>
                </a:solidFill>
                <a:latin typeface="Arial"/>
                <a:ea typeface="Arial"/>
                <a:cs typeface="Arial"/>
              </a:defRPr>
            </a:lvl2pPr>
            <a:lvl3pPr>
              <a:defRPr sz="2250" b="0">
                <a:solidFill>
                  <a:srgbClr val="193442"/>
                </a:solidFill>
                <a:latin typeface="Arial"/>
                <a:ea typeface="Arial"/>
                <a:cs typeface="Arial"/>
              </a:defRPr>
            </a:lvl3pPr>
            <a:lvl4pPr>
              <a:defRPr sz="2250" b="0">
                <a:solidFill>
                  <a:srgbClr val="193442"/>
                </a:solidFill>
                <a:latin typeface="Arial"/>
                <a:ea typeface="Arial"/>
                <a:cs typeface="Arial"/>
              </a:defRPr>
            </a:lvl4pPr>
            <a:lvl5pPr>
              <a:defRPr sz="2250" b="0">
                <a:solidFill>
                  <a:srgbClr val="193442"/>
                </a:solidFill>
                <a:latin typeface="Arial"/>
                <a:ea typeface="Arial"/>
                <a:cs typeface="Arial"/>
              </a:defRPr>
            </a:lvl5pPr>
            <a:lvl6pPr>
              <a:defRPr sz="2250" b="0">
                <a:solidFill>
                  <a:srgbClr val="193442"/>
                </a:solidFill>
                <a:latin typeface="Arial"/>
                <a:ea typeface="Arial"/>
                <a:cs typeface="Arial"/>
              </a:defRPr>
            </a:lvl6pPr>
            <a:lvl7pPr>
              <a:defRPr sz="2250" b="0">
                <a:solidFill>
                  <a:srgbClr val="193442"/>
                </a:solidFill>
                <a:latin typeface="Arial"/>
                <a:ea typeface="Arial"/>
                <a:cs typeface="Arial"/>
              </a:defRPr>
            </a:lvl7pPr>
            <a:lvl8pPr>
              <a:defRPr sz="2250" b="0">
                <a:solidFill>
                  <a:srgbClr val="193442"/>
                </a:solidFill>
                <a:latin typeface="Arial"/>
                <a:ea typeface="Arial"/>
                <a:cs typeface="Arial"/>
              </a:defRPr>
            </a:lvl8pPr>
            <a:lvl9pPr>
              <a:defRPr sz="2250" b="0">
                <a:solidFill>
                  <a:srgbClr val="193442"/>
                </a:solidFill>
                <a:latin typeface="Arial"/>
                <a:ea typeface="Arial"/>
                <a:cs typeface="Arial"/>
              </a:defRPr>
            </a:lvl9pPr>
          </a:lstStyle>
          <a:p xmlns:a="http://schemas.openxmlformats.org/drawingml/2006/main">
            <a:pPr>
              <a:defRPr sz="2250" b="0">
                <a:solidFill>
                  <a:srgbClr val="193442"/>
                </a:solidFill>
                <a:latin typeface="Arial"/>
                <a:ea typeface="Arial"/>
                <a:cs typeface="Arial"/>
              </a:defRPr>
            </a:pPr>
            <a:r>
              <a:rPr sz="2250" b="0">
                <a:solidFill>
                  <a:srgbClr val="193442"/>
                </a:solidFill>
                <a:latin typeface="Arial"/>
                <a:ea typeface="Arial"/>
                <a:cs typeface="Arial"/>
              </a:rPr>
              <a:t>React + Vite</a:t>
            </a:r>
          </a:p>
          <a:p xmlns:a="http://schemas.openxmlformats.org/drawingml/2006/main">
            <a:pPr>
              <a:defRPr sz="2250" b="0">
                <a:solidFill>
                  <a:srgbClr val="193442"/>
                </a:solidFill>
                <a:latin typeface="Arial"/>
                <a:ea typeface="Arial"/>
                <a:cs typeface="Arial"/>
              </a:defRPr>
            </a:pPr>
            <a:r>
              <a:rPr sz="2250" b="0">
                <a:solidFill>
                  <a:srgbClr val="193442"/>
                </a:solidFill>
                <a:latin typeface="Arial"/>
                <a:ea typeface="Arial"/>
                <a:cs typeface="Arial"/>
              </a:rPr>
              <a:t>Firebase Hosting</a:t>
            </a:r>
          </a:p>
          <a:p xmlns:a="http://schemas.openxmlformats.org/drawingml/2006/main">
            <a:pPr>
              <a:defRPr sz="2250" b="0">
                <a:solidFill>
                  <a:srgbClr val="193442"/>
                </a:solidFill>
                <a:latin typeface="Arial"/>
                <a:ea typeface="Arial"/>
                <a:cs typeface="Arial"/>
              </a:defRPr>
            </a:pPr>
            <a:r>
              <a:rPr sz="2250" b="0">
                <a:solidFill>
                  <a:srgbClr val="193442"/>
                </a:solidFill>
                <a:latin typeface="Arial"/>
                <a:ea typeface="Arial"/>
                <a:cs typeface="Arial"/>
              </a:rPr>
              <a:t>Synthetic source records</a:t>
            </a:r>
          </a:p>
          <a:p xmlns:a="http://schemas.openxmlformats.org/drawingml/2006/main">
            <a:pPr>
              <a:defRPr sz="2250" b="0">
                <a:solidFill>
                  <a:srgbClr val="193442"/>
                </a:solidFill>
                <a:latin typeface="Arial"/>
                <a:ea typeface="Arial"/>
                <a:cs typeface="Arial"/>
              </a:defRPr>
            </a:pPr>
            <a:r>
              <a:rPr sz="2250" b="0">
                <a:solidFill>
                  <a:srgbClr val="193442"/>
                </a:solidFill>
                <a:latin typeface="Arial"/>
                <a:ea typeface="Arial"/>
                <a:cs typeface="Arial"/>
              </a:rPr>
              <a:t>Local deterministic computation</a:t>
            </a:r>
          </a:p>
        </p:txBody>
      </p:sp>
      <p:sp>
        <p:nvSpPr>
          <p:cNvPr id="7" name="">
            <a:extLst xmlns:a="http://schemas.openxmlformats.org/drawingml/2006/main">
              <a:ext uri="{FF2B5EF4-FFF2-40B4-BE49-F238E27FC236}">
                <a16:creationId xmlns:a16="http://schemas.microsoft.com/office/drawing/2014/main" id="{4008D4FF-7D33-418A-9A1A-F9AED3A62AE2}"/>
              </a:ext>
            </a:extLst>
          </p:cNvPr>
          <p:cNvSpPr>
            <a:spLocks xmlns:a="http://schemas.openxmlformats.org/drawingml/2006/main" noGrp="1"/>
          </p:cNvSpPr>
          <p:nvPr/>
        </p:nvSpPr>
        <p:spPr>
          <a:xfrm xmlns:a="http://schemas.openxmlformats.org/drawingml/2006/main">
            <a:off x="609600" y="52863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b="1">
                <a:solidFill>
                  <a:srgbClr val="193442"/>
                </a:solidFill>
                <a:latin typeface="Arial"/>
                <a:ea typeface="Arial"/>
                <a:cs typeface="Arial"/>
              </a:defRPr>
            </a:defPPr>
            <a:lvl1pPr>
              <a:defRPr sz="2175" b="1">
                <a:solidFill>
                  <a:srgbClr val="193442"/>
                </a:solidFill>
                <a:latin typeface="Arial"/>
                <a:ea typeface="Arial"/>
                <a:cs typeface="Arial"/>
              </a:defRPr>
            </a:lvl1pPr>
            <a:lvl2pPr>
              <a:defRPr sz="2175" b="1">
                <a:solidFill>
                  <a:srgbClr val="193442"/>
                </a:solidFill>
                <a:latin typeface="Arial"/>
                <a:ea typeface="Arial"/>
                <a:cs typeface="Arial"/>
              </a:defRPr>
            </a:lvl2pPr>
            <a:lvl3pPr>
              <a:defRPr sz="2175" b="1">
                <a:solidFill>
                  <a:srgbClr val="193442"/>
                </a:solidFill>
                <a:latin typeface="Arial"/>
                <a:ea typeface="Arial"/>
                <a:cs typeface="Arial"/>
              </a:defRPr>
            </a:lvl3pPr>
            <a:lvl4pPr>
              <a:defRPr sz="2175" b="1">
                <a:solidFill>
                  <a:srgbClr val="193442"/>
                </a:solidFill>
                <a:latin typeface="Arial"/>
                <a:ea typeface="Arial"/>
                <a:cs typeface="Arial"/>
              </a:defRPr>
            </a:lvl4pPr>
            <a:lvl5pPr>
              <a:defRPr sz="2175" b="1">
                <a:solidFill>
                  <a:srgbClr val="193442"/>
                </a:solidFill>
                <a:latin typeface="Arial"/>
                <a:ea typeface="Arial"/>
                <a:cs typeface="Arial"/>
              </a:defRPr>
            </a:lvl5pPr>
            <a:lvl6pPr>
              <a:defRPr sz="2175" b="1">
                <a:solidFill>
                  <a:srgbClr val="193442"/>
                </a:solidFill>
                <a:latin typeface="Arial"/>
                <a:ea typeface="Arial"/>
                <a:cs typeface="Arial"/>
              </a:defRPr>
            </a:lvl6pPr>
            <a:lvl7pPr>
              <a:defRPr sz="2175" b="1">
                <a:solidFill>
                  <a:srgbClr val="193442"/>
                </a:solidFill>
                <a:latin typeface="Arial"/>
                <a:ea typeface="Arial"/>
                <a:cs typeface="Arial"/>
              </a:defRPr>
            </a:lvl7pPr>
            <a:lvl8pPr>
              <a:defRPr sz="2175" b="1">
                <a:solidFill>
                  <a:srgbClr val="193442"/>
                </a:solidFill>
                <a:latin typeface="Arial"/>
                <a:ea typeface="Arial"/>
                <a:cs typeface="Arial"/>
              </a:defRPr>
            </a:lvl8pPr>
            <a:lvl9pPr>
              <a:defRPr sz="2175" b="1">
                <a:solidFill>
                  <a:srgbClr val="193442"/>
                </a:solidFill>
                <a:latin typeface="Arial"/>
                <a:ea typeface="Arial"/>
                <a:cs typeface="Arial"/>
              </a:defRPr>
            </a:lvl9pPr>
          </a:lstStyle>
          <a:p xmlns:a="http://schemas.openxmlformats.org/drawingml/2006/main">
            <a:pPr>
              <a:defRPr sz="2175" b="1">
                <a:solidFill>
                  <a:srgbClr val="193442"/>
                </a:solidFill>
                <a:latin typeface="Arial"/>
                <a:ea typeface="Arial"/>
                <a:cs typeface="Arial"/>
              </a:defRPr>
            </a:pPr>
            <a:r>
              <a:rPr sz="2175" b="1">
                <a:solidFill>
                  <a:srgbClr val="193442"/>
                </a:solidFill>
                <a:latin typeface="Arial"/>
                <a:ea typeface="Arial"/>
                <a:cs typeface="Arial"/>
              </a:rPr>
              <a:t>traceharbor.web.app</a:t>
            </a:r>
          </a:p>
        </p:txBody>
      </p:sp>
      <p:sp>
        <p:nvSpPr>
          <p:cNvPr id="8" name="">
            <a:extLst xmlns:a="http://schemas.openxmlformats.org/drawingml/2006/main">
              <a:ext uri="{FF2B5EF4-FFF2-40B4-BE49-F238E27FC236}">
                <a16:creationId xmlns:a16="http://schemas.microsoft.com/office/drawing/2014/main" id="{D70B2644-A071-4DB7-8EC8-AA574BB1749D}"/>
              </a:ext>
            </a:extLst>
          </p:cNvPr>
          <p:cNvSpPr>
            <a:spLocks xmlns:a="http://schemas.openxmlformats.org/drawingml/2006/main" noGrp="1"/>
          </p:cNvSpPr>
          <p:nvPr/>
        </p:nvSpPr>
        <p:spPr>
          <a:xfrm xmlns:a="http://schemas.openxmlformats.org/drawingml/2006/main">
            <a:off x="6381750" y="2143125"/>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3B6C5C"/>
                </a:solidFill>
                <a:latin typeface="Arial"/>
                <a:ea typeface="Arial"/>
                <a:cs typeface="Arial"/>
              </a:defRPr>
            </a:defPPr>
            <a:lvl1pPr>
              <a:defRPr sz="1650" b="1">
                <a:solidFill>
                  <a:srgbClr val="3B6C5C"/>
                </a:solidFill>
                <a:latin typeface="Arial"/>
                <a:ea typeface="Arial"/>
                <a:cs typeface="Arial"/>
              </a:defRPr>
            </a:lvl1pPr>
            <a:lvl2pPr>
              <a:defRPr sz="1650" b="1">
                <a:solidFill>
                  <a:srgbClr val="3B6C5C"/>
                </a:solidFill>
                <a:latin typeface="Arial"/>
                <a:ea typeface="Arial"/>
                <a:cs typeface="Arial"/>
              </a:defRPr>
            </a:lvl2pPr>
            <a:lvl3pPr>
              <a:defRPr sz="1650" b="1">
                <a:solidFill>
                  <a:srgbClr val="3B6C5C"/>
                </a:solidFill>
                <a:latin typeface="Arial"/>
                <a:ea typeface="Arial"/>
                <a:cs typeface="Arial"/>
              </a:defRPr>
            </a:lvl3pPr>
            <a:lvl4pPr>
              <a:defRPr sz="1650" b="1">
                <a:solidFill>
                  <a:srgbClr val="3B6C5C"/>
                </a:solidFill>
                <a:latin typeface="Arial"/>
                <a:ea typeface="Arial"/>
                <a:cs typeface="Arial"/>
              </a:defRPr>
            </a:lvl4pPr>
            <a:lvl5pPr>
              <a:defRPr sz="1650" b="1">
                <a:solidFill>
                  <a:srgbClr val="3B6C5C"/>
                </a:solidFill>
                <a:latin typeface="Arial"/>
                <a:ea typeface="Arial"/>
                <a:cs typeface="Arial"/>
              </a:defRPr>
            </a:lvl5pPr>
            <a:lvl6pPr>
              <a:defRPr sz="1650" b="1">
                <a:solidFill>
                  <a:srgbClr val="3B6C5C"/>
                </a:solidFill>
                <a:latin typeface="Arial"/>
                <a:ea typeface="Arial"/>
                <a:cs typeface="Arial"/>
              </a:defRPr>
            </a:lvl6pPr>
            <a:lvl7pPr>
              <a:defRPr sz="1650" b="1">
                <a:solidFill>
                  <a:srgbClr val="3B6C5C"/>
                </a:solidFill>
                <a:latin typeface="Arial"/>
                <a:ea typeface="Arial"/>
                <a:cs typeface="Arial"/>
              </a:defRPr>
            </a:lvl7pPr>
            <a:lvl8pPr>
              <a:defRPr sz="1650" b="1">
                <a:solidFill>
                  <a:srgbClr val="3B6C5C"/>
                </a:solidFill>
                <a:latin typeface="Arial"/>
                <a:ea typeface="Arial"/>
                <a:cs typeface="Arial"/>
              </a:defRPr>
            </a:lvl8pPr>
            <a:lvl9pPr>
              <a:defRPr sz="1650" b="1">
                <a:solidFill>
                  <a:srgbClr val="3B6C5C"/>
                </a:solidFill>
                <a:latin typeface="Arial"/>
                <a:ea typeface="Arial"/>
                <a:cs typeface="Arial"/>
              </a:defRPr>
            </a:lvl9pPr>
          </a:lstStyle>
          <a:p xmlns:a="http://schemas.openxmlformats.org/drawingml/2006/main">
            <a:pPr>
              <a:defRPr sz="1650" b="1">
                <a:solidFill>
                  <a:srgbClr val="3B6C5C"/>
                </a:solidFill>
                <a:latin typeface="Arial"/>
                <a:ea typeface="Arial"/>
                <a:cs typeface="Arial"/>
              </a:defRPr>
            </a:pPr>
            <a:r>
              <a:rPr sz="1650" b="1">
                <a:solidFill>
                  <a:srgbClr val="3B6C5C"/>
                </a:solidFill>
                <a:latin typeface="Arial"/>
                <a:ea typeface="Arial"/>
                <a:cs typeface="Arial"/>
              </a:rPr>
              <a:t>LOCAL LIVE COMPANION</a:t>
            </a:r>
          </a:p>
        </p:txBody>
      </p:sp>
      <p:sp>
        <p:nvSpPr>
          <p:cNvPr id="9" name="">
            <a:extLst xmlns:a="http://schemas.openxmlformats.org/drawingml/2006/main">
              <a:ext uri="{FF2B5EF4-FFF2-40B4-BE49-F238E27FC236}">
                <a16:creationId xmlns:a16="http://schemas.microsoft.com/office/drawing/2014/main" id="{D34CA6DF-3358-481B-A579-E1EDEB04B851}"/>
              </a:ext>
            </a:extLst>
          </p:cNvPr>
          <p:cNvSpPr>
            <a:spLocks xmlns:a="http://schemas.openxmlformats.org/drawingml/2006/main" noGrp="1"/>
          </p:cNvSpPr>
          <p:nvPr/>
        </p:nvSpPr>
        <p:spPr>
          <a:xfrm xmlns:a="http://schemas.openxmlformats.org/drawingml/2006/main">
            <a:off x="6381750" y="2724150"/>
            <a:ext cx="5238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93442"/>
                </a:solidFill>
                <a:latin typeface="Arial"/>
                <a:ea typeface="Arial"/>
                <a:cs typeface="Arial"/>
              </a:defRPr>
            </a:defPPr>
            <a:lvl1pPr>
              <a:defRPr sz="2250" b="0">
                <a:solidFill>
                  <a:srgbClr val="193442"/>
                </a:solidFill>
                <a:latin typeface="Arial"/>
                <a:ea typeface="Arial"/>
                <a:cs typeface="Arial"/>
              </a:defRPr>
            </a:lvl1pPr>
            <a:lvl2pPr>
              <a:defRPr sz="2250" b="0">
                <a:solidFill>
                  <a:srgbClr val="193442"/>
                </a:solidFill>
                <a:latin typeface="Arial"/>
                <a:ea typeface="Arial"/>
                <a:cs typeface="Arial"/>
              </a:defRPr>
            </a:lvl2pPr>
            <a:lvl3pPr>
              <a:defRPr sz="2250" b="0">
                <a:solidFill>
                  <a:srgbClr val="193442"/>
                </a:solidFill>
                <a:latin typeface="Arial"/>
                <a:ea typeface="Arial"/>
                <a:cs typeface="Arial"/>
              </a:defRPr>
            </a:lvl3pPr>
            <a:lvl4pPr>
              <a:defRPr sz="2250" b="0">
                <a:solidFill>
                  <a:srgbClr val="193442"/>
                </a:solidFill>
                <a:latin typeface="Arial"/>
                <a:ea typeface="Arial"/>
                <a:cs typeface="Arial"/>
              </a:defRPr>
            </a:lvl4pPr>
            <a:lvl5pPr>
              <a:defRPr sz="2250" b="0">
                <a:solidFill>
                  <a:srgbClr val="193442"/>
                </a:solidFill>
                <a:latin typeface="Arial"/>
                <a:ea typeface="Arial"/>
                <a:cs typeface="Arial"/>
              </a:defRPr>
            </a:lvl5pPr>
            <a:lvl6pPr>
              <a:defRPr sz="2250" b="0">
                <a:solidFill>
                  <a:srgbClr val="193442"/>
                </a:solidFill>
                <a:latin typeface="Arial"/>
                <a:ea typeface="Arial"/>
                <a:cs typeface="Arial"/>
              </a:defRPr>
            </a:lvl6pPr>
            <a:lvl7pPr>
              <a:defRPr sz="2250" b="0">
                <a:solidFill>
                  <a:srgbClr val="193442"/>
                </a:solidFill>
                <a:latin typeface="Arial"/>
                <a:ea typeface="Arial"/>
                <a:cs typeface="Arial"/>
              </a:defRPr>
            </a:lvl7pPr>
            <a:lvl8pPr>
              <a:defRPr sz="2250" b="0">
                <a:solidFill>
                  <a:srgbClr val="193442"/>
                </a:solidFill>
                <a:latin typeface="Arial"/>
                <a:ea typeface="Arial"/>
                <a:cs typeface="Arial"/>
              </a:defRPr>
            </a:lvl8pPr>
            <a:lvl9pPr>
              <a:defRPr sz="2250" b="0">
                <a:solidFill>
                  <a:srgbClr val="193442"/>
                </a:solidFill>
                <a:latin typeface="Arial"/>
                <a:ea typeface="Arial"/>
                <a:cs typeface="Arial"/>
              </a:defRPr>
            </a:lvl9pPr>
          </a:lstStyle>
          <a:p xmlns:a="http://schemas.openxmlformats.org/drawingml/2006/main">
            <a:pPr>
              <a:defRPr sz="2250" b="0">
                <a:solidFill>
                  <a:srgbClr val="193442"/>
                </a:solidFill>
                <a:latin typeface="Arial"/>
                <a:ea typeface="Arial"/>
                <a:cs typeface="Arial"/>
              </a:defRPr>
            </a:pPr>
            <a:r>
              <a:rPr sz="2250" b="0">
                <a:solidFill>
                  <a:srgbClr val="193442"/>
                </a:solidFill>
                <a:latin typeface="Arial"/>
                <a:ea typeface="Arial"/>
                <a:cs typeface="Arial"/>
              </a:rPr>
              <a:t>Node.js structured runner</a:t>
            </a:r>
          </a:p>
          <a:p xmlns:a="http://schemas.openxmlformats.org/drawingml/2006/main">
            <a:pPr>
              <a:defRPr sz="2250" b="0">
                <a:solidFill>
                  <a:srgbClr val="193442"/>
                </a:solidFill>
                <a:latin typeface="Arial"/>
                <a:ea typeface="Arial"/>
                <a:cs typeface="Arial"/>
              </a:defRPr>
            </a:pPr>
            <a:r>
              <a:rPr sz="2250" b="0">
                <a:solidFill>
                  <a:srgbClr val="193442"/>
                </a:solidFill>
                <a:latin typeface="Arial"/>
                <a:ea typeface="Arial"/>
                <a:cs typeface="Arial"/>
              </a:rPr>
              <a:t>Zetaris REST + semantic layer</a:t>
            </a:r>
          </a:p>
          <a:p xmlns:a="http://schemas.openxmlformats.org/drawingml/2006/main">
            <a:pPr>
              <a:defRPr sz="2250" b="0">
                <a:solidFill>
                  <a:srgbClr val="193442"/>
                </a:solidFill>
                <a:latin typeface="Arial"/>
                <a:ea typeface="Arial"/>
                <a:cs typeface="Arial"/>
              </a:defRPr>
            </a:pPr>
            <a:r>
              <a:rPr sz="2250" b="0">
                <a:solidFill>
                  <a:srgbClr val="193442"/>
                </a:solidFill>
                <a:latin typeface="Arial"/>
                <a:ea typeface="Arial"/>
                <a:cs typeface="Arial"/>
              </a:rPr>
              <a:t>Official Meterless World Model</a:t>
            </a:r>
          </a:p>
          <a:p xmlns:a="http://schemas.openxmlformats.org/drawingml/2006/main">
            <a:pPr>
              <a:defRPr sz="2250" b="0">
                <a:solidFill>
                  <a:srgbClr val="193442"/>
                </a:solidFill>
                <a:latin typeface="Arial"/>
                <a:ea typeface="Arial"/>
                <a:cs typeface="Arial"/>
              </a:defRPr>
            </a:pPr>
            <a:r>
              <a:rPr sz="2250" b="0">
                <a:solidFill>
                  <a:srgbClr val="193442"/>
                </a:solidFill>
                <a:latin typeface="Arial"/>
                <a:ea typeface="Arial"/>
                <a:cs typeface="Arial"/>
              </a:rPr>
              <a:t>Nightshift model requests</a:t>
            </a:r>
          </a:p>
        </p:txBody>
      </p:sp>
      <p:sp>
        <p:nvSpPr>
          <p:cNvPr id="10" name="">
            <a:extLst xmlns:a="http://schemas.openxmlformats.org/drawingml/2006/main">
              <a:ext uri="{FF2B5EF4-FFF2-40B4-BE49-F238E27FC236}">
                <a16:creationId xmlns:a16="http://schemas.microsoft.com/office/drawing/2014/main" id="{0A211D2D-0633-40AB-8E1F-121EE07763AC}"/>
              </a:ext>
            </a:extLst>
          </p:cNvPr>
          <p:cNvSpPr>
            <a:spLocks xmlns:a="http://schemas.openxmlformats.org/drawingml/2006/main" noGrp="1"/>
          </p:cNvSpPr>
          <p:nvPr/>
        </p:nvSpPr>
        <p:spPr>
          <a:xfrm xmlns:a="http://schemas.openxmlformats.org/drawingml/2006/main">
            <a:off x="6381750" y="5286375"/>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0">
                <a:solidFill>
                  <a:srgbClr val="64747C"/>
                </a:solidFill>
                <a:latin typeface="Arial"/>
                <a:ea typeface="Arial"/>
                <a:cs typeface="Arial"/>
              </a:defRPr>
            </a:defPPr>
            <a:lvl1pPr>
              <a:defRPr sz="1875" b="0">
                <a:solidFill>
                  <a:srgbClr val="64747C"/>
                </a:solidFill>
                <a:latin typeface="Arial"/>
                <a:ea typeface="Arial"/>
                <a:cs typeface="Arial"/>
              </a:defRPr>
            </a:lvl1pPr>
            <a:lvl2pPr>
              <a:defRPr sz="1875" b="0">
                <a:solidFill>
                  <a:srgbClr val="64747C"/>
                </a:solidFill>
                <a:latin typeface="Arial"/>
                <a:ea typeface="Arial"/>
                <a:cs typeface="Arial"/>
              </a:defRPr>
            </a:lvl2pPr>
            <a:lvl3pPr>
              <a:defRPr sz="1875" b="0">
                <a:solidFill>
                  <a:srgbClr val="64747C"/>
                </a:solidFill>
                <a:latin typeface="Arial"/>
                <a:ea typeface="Arial"/>
                <a:cs typeface="Arial"/>
              </a:defRPr>
            </a:lvl3pPr>
            <a:lvl4pPr>
              <a:defRPr sz="1875" b="0">
                <a:solidFill>
                  <a:srgbClr val="64747C"/>
                </a:solidFill>
                <a:latin typeface="Arial"/>
                <a:ea typeface="Arial"/>
                <a:cs typeface="Arial"/>
              </a:defRPr>
            </a:lvl4pPr>
            <a:lvl5pPr>
              <a:defRPr sz="1875" b="0">
                <a:solidFill>
                  <a:srgbClr val="64747C"/>
                </a:solidFill>
                <a:latin typeface="Arial"/>
                <a:ea typeface="Arial"/>
                <a:cs typeface="Arial"/>
              </a:defRPr>
            </a:lvl5pPr>
            <a:lvl6pPr>
              <a:defRPr sz="1875" b="0">
                <a:solidFill>
                  <a:srgbClr val="64747C"/>
                </a:solidFill>
                <a:latin typeface="Arial"/>
                <a:ea typeface="Arial"/>
                <a:cs typeface="Arial"/>
              </a:defRPr>
            </a:lvl6pPr>
            <a:lvl7pPr>
              <a:defRPr sz="1875" b="0">
                <a:solidFill>
                  <a:srgbClr val="64747C"/>
                </a:solidFill>
                <a:latin typeface="Arial"/>
                <a:ea typeface="Arial"/>
                <a:cs typeface="Arial"/>
              </a:defRPr>
            </a:lvl7pPr>
            <a:lvl8pPr>
              <a:defRPr sz="1875" b="0">
                <a:solidFill>
                  <a:srgbClr val="64747C"/>
                </a:solidFill>
                <a:latin typeface="Arial"/>
                <a:ea typeface="Arial"/>
                <a:cs typeface="Arial"/>
              </a:defRPr>
            </a:lvl8pPr>
            <a:lvl9pPr>
              <a:defRPr sz="1875" b="0">
                <a:solidFill>
                  <a:srgbClr val="64747C"/>
                </a:solidFill>
                <a:latin typeface="Arial"/>
                <a:ea typeface="Arial"/>
                <a:cs typeface="Arial"/>
              </a:defRPr>
            </a:lvl9pPr>
          </a:lstStyle>
          <a:p xmlns:a="http://schemas.openxmlformats.org/drawingml/2006/main">
            <a:pPr>
              <a:defRPr sz="1875" b="0">
                <a:solidFill>
                  <a:srgbClr val="64747C"/>
                </a:solidFill>
                <a:latin typeface="Arial"/>
                <a:ea typeface="Arial"/>
                <a:cs typeface="Arial"/>
              </a:defRPr>
            </a:pPr>
            <a:r>
              <a:rPr sz="1875" b="0">
                <a:solidFill>
                  <a:srgbClr val="64747C"/>
                </a:solidFill>
                <a:latin typeface="Arial"/>
                <a:ea typeface="Arial"/>
                <a:cs typeface="Arial"/>
              </a:rPr>
              <a:t>Private service credentials stay server-side.</a:t>
            </a:r>
          </a:p>
        </p:txBody>
      </p:sp>
    </p:spTree>
    <p:extLst>
      <p:ext uri="{BB962C8B-B14F-4D97-AF65-F5344CB8AC3E}">
        <p14:creationId xmlns:p14="http://schemas.microsoft.com/office/powerpoint/2010/main" val="88250679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CF6B9D0-FF81-4C92-ACC4-576E4DEBD5D8}"/>
              </a:ext>
            </a:extLst>
          </p:cNvPr>
          <p:cNvSpPr>
            <a:spLocks xmlns:a="http://schemas.openxmlformats.org/drawingml/2006/main" noGrp="1"/>
          </p:cNvSpPr>
          <p:nvPr/>
        </p:nvSpPr>
        <p:spPr>
          <a:xfrm xmlns:a="http://schemas.openxmlformats.org/drawingml/2006/main">
            <a:off x="609600" y="3810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3B6C5C"/>
                </a:solidFill>
                <a:latin typeface="Arial"/>
                <a:ea typeface="Arial"/>
                <a:cs typeface="Arial"/>
              </a:defRPr>
            </a:defPPr>
            <a:lvl1pPr>
              <a:defRPr sz="1350" b="1">
                <a:solidFill>
                  <a:srgbClr val="3B6C5C"/>
                </a:solidFill>
                <a:latin typeface="Arial"/>
                <a:ea typeface="Arial"/>
                <a:cs typeface="Arial"/>
              </a:defRPr>
            </a:lvl1pPr>
            <a:lvl2pPr>
              <a:defRPr sz="1350" b="1">
                <a:solidFill>
                  <a:srgbClr val="3B6C5C"/>
                </a:solidFill>
                <a:latin typeface="Arial"/>
                <a:ea typeface="Arial"/>
                <a:cs typeface="Arial"/>
              </a:defRPr>
            </a:lvl2pPr>
            <a:lvl3pPr>
              <a:defRPr sz="1350" b="1">
                <a:solidFill>
                  <a:srgbClr val="3B6C5C"/>
                </a:solidFill>
                <a:latin typeface="Arial"/>
                <a:ea typeface="Arial"/>
                <a:cs typeface="Arial"/>
              </a:defRPr>
            </a:lvl3pPr>
            <a:lvl4pPr>
              <a:defRPr sz="1350" b="1">
                <a:solidFill>
                  <a:srgbClr val="3B6C5C"/>
                </a:solidFill>
                <a:latin typeface="Arial"/>
                <a:ea typeface="Arial"/>
                <a:cs typeface="Arial"/>
              </a:defRPr>
            </a:lvl4pPr>
            <a:lvl5pPr>
              <a:defRPr sz="1350" b="1">
                <a:solidFill>
                  <a:srgbClr val="3B6C5C"/>
                </a:solidFill>
                <a:latin typeface="Arial"/>
                <a:ea typeface="Arial"/>
                <a:cs typeface="Arial"/>
              </a:defRPr>
            </a:lvl5pPr>
            <a:lvl6pPr>
              <a:defRPr sz="1350" b="1">
                <a:solidFill>
                  <a:srgbClr val="3B6C5C"/>
                </a:solidFill>
                <a:latin typeface="Arial"/>
                <a:ea typeface="Arial"/>
                <a:cs typeface="Arial"/>
              </a:defRPr>
            </a:lvl6pPr>
            <a:lvl7pPr>
              <a:defRPr sz="1350" b="1">
                <a:solidFill>
                  <a:srgbClr val="3B6C5C"/>
                </a:solidFill>
                <a:latin typeface="Arial"/>
                <a:ea typeface="Arial"/>
                <a:cs typeface="Arial"/>
              </a:defRPr>
            </a:lvl7pPr>
            <a:lvl8pPr>
              <a:defRPr sz="1350" b="1">
                <a:solidFill>
                  <a:srgbClr val="3B6C5C"/>
                </a:solidFill>
                <a:latin typeface="Arial"/>
                <a:ea typeface="Arial"/>
                <a:cs typeface="Arial"/>
              </a:defRPr>
            </a:lvl8pPr>
            <a:lvl9pPr>
              <a:defRPr sz="1350" b="1">
                <a:solidFill>
                  <a:srgbClr val="3B6C5C"/>
                </a:solidFill>
                <a:latin typeface="Arial"/>
                <a:ea typeface="Arial"/>
                <a:cs typeface="Arial"/>
              </a:defRPr>
            </a:lvl9pPr>
          </a:lstStyle>
          <a:p xmlns:a="http://schemas.openxmlformats.org/drawingml/2006/main">
            <a:pPr>
              <a:defRPr sz="1350" b="1">
                <a:solidFill>
                  <a:srgbClr val="3B6C5C"/>
                </a:solidFill>
                <a:latin typeface="Arial"/>
                <a:ea typeface="Arial"/>
                <a:cs typeface="Arial"/>
              </a:defRPr>
            </a:pPr>
            <a:r>
              <a:rPr sz="1350" b="1">
                <a:solidFill>
                  <a:srgbClr val="3B6C5C"/>
                </a:solidFill>
                <a:latin typeface="Arial"/>
                <a:ea typeface="Arial"/>
                <a:cs typeface="Arial"/>
              </a:rPr>
              <a:t>SPONSOR TECHNOLOGY</a:t>
            </a:r>
          </a:p>
        </p:txBody>
      </p:sp>
      <p:sp>
        <p:nvSpPr>
          <p:cNvPr id="2" name="">
            <a:extLst xmlns:a="http://schemas.openxmlformats.org/drawingml/2006/main">
              <a:ext uri="{FF2B5EF4-FFF2-40B4-BE49-F238E27FC236}">
                <a16:creationId xmlns:a16="http://schemas.microsoft.com/office/drawing/2014/main" id="{34629493-0142-43CF-A114-349798D7E075}"/>
              </a:ext>
            </a:extLst>
          </p:cNvPr>
          <p:cNvSpPr>
            <a:spLocks xmlns:a="http://schemas.openxmlformats.org/drawingml/2006/main" noGrp="1"/>
          </p:cNvSpPr>
          <p:nvPr/>
        </p:nvSpPr>
        <p:spPr>
          <a:xfrm xmlns:a="http://schemas.openxmlformats.org/drawingml/2006/main">
            <a:off x="609600" y="904875"/>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93442"/>
                </a:solidFill>
                <a:latin typeface="Arial"/>
                <a:ea typeface="Arial"/>
                <a:cs typeface="Arial"/>
              </a:defRPr>
            </a:defPPr>
            <a:lvl1pPr>
              <a:defRPr sz="3300" b="1">
                <a:solidFill>
                  <a:srgbClr val="193442"/>
                </a:solidFill>
                <a:latin typeface="Arial"/>
                <a:ea typeface="Arial"/>
                <a:cs typeface="Arial"/>
              </a:defRPr>
            </a:lvl1pPr>
            <a:lvl2pPr>
              <a:defRPr sz="3300" b="1">
                <a:solidFill>
                  <a:srgbClr val="193442"/>
                </a:solidFill>
                <a:latin typeface="Arial"/>
                <a:ea typeface="Arial"/>
                <a:cs typeface="Arial"/>
              </a:defRPr>
            </a:lvl2pPr>
            <a:lvl3pPr>
              <a:defRPr sz="3300" b="1">
                <a:solidFill>
                  <a:srgbClr val="193442"/>
                </a:solidFill>
                <a:latin typeface="Arial"/>
                <a:ea typeface="Arial"/>
                <a:cs typeface="Arial"/>
              </a:defRPr>
            </a:lvl3pPr>
            <a:lvl4pPr>
              <a:defRPr sz="3300" b="1">
                <a:solidFill>
                  <a:srgbClr val="193442"/>
                </a:solidFill>
                <a:latin typeface="Arial"/>
                <a:ea typeface="Arial"/>
                <a:cs typeface="Arial"/>
              </a:defRPr>
            </a:lvl4pPr>
            <a:lvl5pPr>
              <a:defRPr sz="3300" b="1">
                <a:solidFill>
                  <a:srgbClr val="193442"/>
                </a:solidFill>
                <a:latin typeface="Arial"/>
                <a:ea typeface="Arial"/>
                <a:cs typeface="Arial"/>
              </a:defRPr>
            </a:lvl5pPr>
            <a:lvl6pPr>
              <a:defRPr sz="3300" b="1">
                <a:solidFill>
                  <a:srgbClr val="193442"/>
                </a:solidFill>
                <a:latin typeface="Arial"/>
                <a:ea typeface="Arial"/>
                <a:cs typeface="Arial"/>
              </a:defRPr>
            </a:lvl6pPr>
            <a:lvl7pPr>
              <a:defRPr sz="3300" b="1">
                <a:solidFill>
                  <a:srgbClr val="193442"/>
                </a:solidFill>
                <a:latin typeface="Arial"/>
                <a:ea typeface="Arial"/>
                <a:cs typeface="Arial"/>
              </a:defRPr>
            </a:lvl7pPr>
            <a:lvl8pPr>
              <a:defRPr sz="3300" b="1">
                <a:solidFill>
                  <a:srgbClr val="193442"/>
                </a:solidFill>
                <a:latin typeface="Arial"/>
                <a:ea typeface="Arial"/>
                <a:cs typeface="Arial"/>
              </a:defRPr>
            </a:lvl8pPr>
            <a:lvl9pPr>
              <a:defRPr sz="3300" b="1">
                <a:solidFill>
                  <a:srgbClr val="193442"/>
                </a:solidFill>
                <a:latin typeface="Arial"/>
                <a:ea typeface="Arial"/>
                <a:cs typeface="Arial"/>
              </a:defRPr>
            </a:lvl9pPr>
          </a:lstStyle>
          <a:p xmlns:a="http://schemas.openxmlformats.org/drawingml/2006/main">
            <a:pPr>
              <a:defRPr sz="3300" b="1">
                <a:solidFill>
                  <a:srgbClr val="193442"/>
                </a:solidFill>
                <a:latin typeface="Arial"/>
                <a:ea typeface="Arial"/>
                <a:cs typeface="Arial"/>
              </a:defRPr>
            </a:pPr>
            <a:r>
              <a:rPr sz="3300" b="1">
                <a:solidFill>
                  <a:srgbClr val="193442"/>
                </a:solidFill>
                <a:latin typeface="Arial"/>
                <a:ea typeface="Arial"/>
                <a:cs typeface="Arial"/>
              </a:rPr>
              <a:t>Receipts determine what we claim</a:t>
            </a:r>
          </a:p>
        </p:txBody>
      </p:sp>
      <p:sp>
        <p:nvSpPr>
          <p:cNvPr id="3" name="">
            <a:extLst xmlns:a="http://schemas.openxmlformats.org/drawingml/2006/main">
              <a:ext uri="{FF2B5EF4-FFF2-40B4-BE49-F238E27FC236}">
                <a16:creationId xmlns:a16="http://schemas.microsoft.com/office/drawing/2014/main" id="{80C7CC43-FCAC-42F7-AD07-97AD622FAE0C}"/>
              </a:ext>
            </a:extLst>
          </p:cNvPr>
          <p:cNvSpPr>
            <a:spLocks xmlns:a="http://schemas.openxmlformats.org/drawingml/2006/main" noGrp="1"/>
          </p:cNvSpPr>
          <p:nvPr/>
        </p:nvSpPr>
        <p:spPr>
          <a:xfrm xmlns:a="http://schemas.openxmlformats.org/drawingml/2006/main">
            <a:off x="609600" y="6381750"/>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64747C"/>
                </a:solidFill>
                <a:latin typeface="Arial"/>
                <a:ea typeface="Arial"/>
                <a:cs typeface="Arial"/>
              </a:defRPr>
            </a:defPPr>
            <a:lvl1pPr>
              <a:defRPr sz="975" b="0">
                <a:solidFill>
                  <a:srgbClr val="64747C"/>
                </a:solidFill>
                <a:latin typeface="Arial"/>
                <a:ea typeface="Arial"/>
                <a:cs typeface="Arial"/>
              </a:defRPr>
            </a:lvl1pPr>
            <a:lvl2pPr>
              <a:defRPr sz="975" b="0">
                <a:solidFill>
                  <a:srgbClr val="64747C"/>
                </a:solidFill>
                <a:latin typeface="Arial"/>
                <a:ea typeface="Arial"/>
                <a:cs typeface="Arial"/>
              </a:defRPr>
            </a:lvl2pPr>
            <a:lvl3pPr>
              <a:defRPr sz="975" b="0">
                <a:solidFill>
                  <a:srgbClr val="64747C"/>
                </a:solidFill>
                <a:latin typeface="Arial"/>
                <a:ea typeface="Arial"/>
                <a:cs typeface="Arial"/>
              </a:defRPr>
            </a:lvl3pPr>
            <a:lvl4pPr>
              <a:defRPr sz="975" b="0">
                <a:solidFill>
                  <a:srgbClr val="64747C"/>
                </a:solidFill>
                <a:latin typeface="Arial"/>
                <a:ea typeface="Arial"/>
                <a:cs typeface="Arial"/>
              </a:defRPr>
            </a:lvl4pPr>
            <a:lvl5pPr>
              <a:defRPr sz="975" b="0">
                <a:solidFill>
                  <a:srgbClr val="64747C"/>
                </a:solidFill>
                <a:latin typeface="Arial"/>
                <a:ea typeface="Arial"/>
                <a:cs typeface="Arial"/>
              </a:defRPr>
            </a:lvl5pPr>
            <a:lvl6pPr>
              <a:defRPr sz="975" b="0">
                <a:solidFill>
                  <a:srgbClr val="64747C"/>
                </a:solidFill>
                <a:latin typeface="Arial"/>
                <a:ea typeface="Arial"/>
                <a:cs typeface="Arial"/>
              </a:defRPr>
            </a:lvl6pPr>
            <a:lvl7pPr>
              <a:defRPr sz="975" b="0">
                <a:solidFill>
                  <a:srgbClr val="64747C"/>
                </a:solidFill>
                <a:latin typeface="Arial"/>
                <a:ea typeface="Arial"/>
                <a:cs typeface="Arial"/>
              </a:defRPr>
            </a:lvl7pPr>
            <a:lvl8pPr>
              <a:defRPr sz="975" b="0">
                <a:solidFill>
                  <a:srgbClr val="64747C"/>
                </a:solidFill>
                <a:latin typeface="Arial"/>
                <a:ea typeface="Arial"/>
                <a:cs typeface="Arial"/>
              </a:defRPr>
            </a:lvl8pPr>
            <a:lvl9pPr>
              <a:defRPr sz="975" b="0">
                <a:solidFill>
                  <a:srgbClr val="64747C"/>
                </a:solidFill>
                <a:latin typeface="Arial"/>
                <a:ea typeface="Arial"/>
                <a:cs typeface="Arial"/>
              </a:defRPr>
            </a:lvl9pPr>
          </a:lstStyle>
          <a:p xmlns:a="http://schemas.openxmlformats.org/drawingml/2006/main">
            <a:pPr>
              <a:defRPr sz="975" b="0">
                <a:solidFill>
                  <a:srgbClr val="64747C"/>
                </a:solidFill>
                <a:latin typeface="Arial"/>
                <a:ea typeface="Arial"/>
                <a:cs typeface="Arial"/>
              </a:defRPr>
            </a:pPr>
            <a:r>
              <a:rPr sz="975" b="0">
                <a:solidFill>
                  <a:srgbClr val="64747C"/>
                </a:solidFill>
                <a:latin typeface="Arial"/>
                <a:ea typeface="Arial"/>
                <a:cs typeface="Arial"/>
              </a:rPr>
              <a:t>TRACEHARBOR  /  OPEN AGENT HACKATHON 2026</a:t>
            </a:r>
          </a:p>
        </p:txBody>
      </p:sp>
      <p:sp>
        <p:nvSpPr>
          <p:cNvPr id="4" name="">
            <a:extLst xmlns:a="http://schemas.openxmlformats.org/drawingml/2006/main">
              <a:ext uri="{FF2B5EF4-FFF2-40B4-BE49-F238E27FC236}">
                <a16:creationId xmlns:a16="http://schemas.microsoft.com/office/drawing/2014/main" id="{ECC2215D-8C06-4110-A798-5B54E456DCCF}"/>
              </a:ext>
            </a:extLst>
          </p:cNvPr>
          <p:cNvSpPr>
            <a:spLocks xmlns:a="http://schemas.openxmlformats.org/drawingml/2006/main" noGrp="1"/>
          </p:cNvSpPr>
          <p:nvPr/>
        </p:nvSpPr>
        <p:spPr>
          <a:xfrm xmlns:a="http://schemas.openxmlformats.org/drawingml/2006/main">
            <a:off x="11239500" y="633412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00" b="0">
                <a:solidFill>
                  <a:srgbClr val="64747C"/>
                </a:solidFill>
                <a:latin typeface="Arial"/>
                <a:ea typeface="Arial"/>
                <a:cs typeface="Arial"/>
              </a:defRPr>
            </a:defPPr>
            <a:lvl1pPr>
              <a:defRPr sz="1200" b="0">
                <a:solidFill>
                  <a:srgbClr val="64747C"/>
                </a:solidFill>
                <a:latin typeface="Arial"/>
                <a:ea typeface="Arial"/>
                <a:cs typeface="Arial"/>
              </a:defRPr>
            </a:lvl1pPr>
            <a:lvl2pPr>
              <a:defRPr sz="1200" b="0">
                <a:solidFill>
                  <a:srgbClr val="64747C"/>
                </a:solidFill>
                <a:latin typeface="Arial"/>
                <a:ea typeface="Arial"/>
                <a:cs typeface="Arial"/>
              </a:defRPr>
            </a:lvl2pPr>
            <a:lvl3pPr>
              <a:defRPr sz="1200" b="0">
                <a:solidFill>
                  <a:srgbClr val="64747C"/>
                </a:solidFill>
                <a:latin typeface="Arial"/>
                <a:ea typeface="Arial"/>
                <a:cs typeface="Arial"/>
              </a:defRPr>
            </a:lvl3pPr>
            <a:lvl4pPr>
              <a:defRPr sz="1200" b="0">
                <a:solidFill>
                  <a:srgbClr val="64747C"/>
                </a:solidFill>
                <a:latin typeface="Arial"/>
                <a:ea typeface="Arial"/>
                <a:cs typeface="Arial"/>
              </a:defRPr>
            </a:lvl4pPr>
            <a:lvl5pPr>
              <a:defRPr sz="1200" b="0">
                <a:solidFill>
                  <a:srgbClr val="64747C"/>
                </a:solidFill>
                <a:latin typeface="Arial"/>
                <a:ea typeface="Arial"/>
                <a:cs typeface="Arial"/>
              </a:defRPr>
            </a:lvl5pPr>
            <a:lvl6pPr>
              <a:defRPr sz="1200" b="0">
                <a:solidFill>
                  <a:srgbClr val="64747C"/>
                </a:solidFill>
                <a:latin typeface="Arial"/>
                <a:ea typeface="Arial"/>
                <a:cs typeface="Arial"/>
              </a:defRPr>
            </a:lvl6pPr>
            <a:lvl7pPr>
              <a:defRPr sz="1200" b="0">
                <a:solidFill>
                  <a:srgbClr val="64747C"/>
                </a:solidFill>
                <a:latin typeface="Arial"/>
                <a:ea typeface="Arial"/>
                <a:cs typeface="Arial"/>
              </a:defRPr>
            </a:lvl7pPr>
            <a:lvl8pPr>
              <a:defRPr sz="1200" b="0">
                <a:solidFill>
                  <a:srgbClr val="64747C"/>
                </a:solidFill>
                <a:latin typeface="Arial"/>
                <a:ea typeface="Arial"/>
                <a:cs typeface="Arial"/>
              </a:defRPr>
            </a:lvl8pPr>
            <a:lvl9pPr>
              <a:defRPr sz="1200" b="0">
                <a:solidFill>
                  <a:srgbClr val="64747C"/>
                </a:solidFill>
                <a:latin typeface="Arial"/>
                <a:ea typeface="Arial"/>
                <a:cs typeface="Arial"/>
              </a:defRPr>
            </a:lvl9pPr>
          </a:lstStyle>
          <a:p xmlns:a="http://schemas.openxmlformats.org/drawingml/2006/main">
            <a:pPr>
              <a:defRPr sz="1200" b="0">
                <a:solidFill>
                  <a:srgbClr val="64747C"/>
                </a:solidFill>
                <a:latin typeface="Arial"/>
                <a:ea typeface="Arial"/>
                <a:cs typeface="Arial"/>
              </a:defRPr>
            </a:pPr>
            <a:r>
              <a:rPr sz="1200" b="0">
                <a:solidFill>
                  <a:srgbClr val="64747C"/>
                </a:solidFill>
                <a:latin typeface="Arial"/>
                <a:ea typeface="Arial"/>
                <a:cs typeface="Arial"/>
              </a:rPr>
              <a:t>5</a:t>
            </a:r>
          </a:p>
        </p:txBody>
      </p:sp>
      <p:graphicFrame>
        <p:nvGraphicFramePr>
          <p:cNvPr id="5" name="">
            <a:extLst xmlns:a="http://schemas.openxmlformats.org/drawingml/2006/main">
              <a:ext uri="{FF2B5EF4-FFF2-40B4-BE49-F238E27FC236}">
                <a16:creationId xmlns:a16="http://schemas.microsoft.com/office/drawing/2014/main" id="{7780D5C1-CF75-4046-8059-22B6990FF68B}"/>
              </a:ext>
            </a:extLst>
          </p:cNvPr>
          <p:cNvGraphicFramePr/>
          <p:nvPr/>
        </p:nvGraphicFramePr>
        <p:xfrm>
          <a:off xmlns:a="http://schemas.openxmlformats.org/drawingml/2006/main" x="609600" y="2085975"/>
          <a:ext xmlns:a="http://schemas.openxmlformats.org/drawingml/2006/main" cx="10972800" cy="3571875"/>
        </p:xfrm>
        <a:graphic xmlns:a="http://schemas.openxmlformats.org/drawingml/2006/main">
          <a:graphicData uri="http://schemas.openxmlformats.org/drawingml/2006/table">
            <a:tbl>
              <a:tblPr/>
              <a:tblGrid>
                <a:gridCol w="2857500"/>
                <a:gridCol w="3476625"/>
                <a:gridCol w="4638675"/>
              </a:tblGrid>
              <a:tr h="714375">
                <a:tc>
                  <a:txBody>
                    <a:bodyPr/>
                    <a:lstStyle/>
                    <a:p>
                      <a:r>
                        <a:rPr sz="1650" b="1">
                          <a:solidFill>
                            <a:srgbClr val="FFFFFF"/>
                          </a:solidFill>
                          <a:latin typeface="Arial"/>
                          <a:ea typeface="Arial"/>
                          <a:cs typeface="Arial"/>
                        </a:rPr>
                        <a:t>Technology</a:t>
                      </a:r>
                    </a:p>
                  </a:txBody>
                  <a:tcPr marL="91440" marR="91440" marT="45720" marB="45720">
                    <a:lnL w="9525">
                      <a:solidFill>
                        <a:srgbClr val="DBE2E5"/>
                      </a:solidFill>
                      <a:prstDash val="solid"/>
                    </a:lnL>
                    <a:lnR w="9525">
                      <a:solidFill>
                        <a:srgbClr val="DBE2E5"/>
                      </a:solidFill>
                      <a:prstDash val="solid"/>
                    </a:lnR>
                    <a:lnT w="9525">
                      <a:solidFill>
                        <a:srgbClr val="DBE2E5"/>
                      </a:solidFill>
                      <a:prstDash val="solid"/>
                    </a:lnT>
                    <a:lnB w="9525">
                      <a:solidFill>
                        <a:srgbClr val="DBE2E5"/>
                      </a:solidFill>
                      <a:prstDash val="solid"/>
                    </a:lnB>
                    <a:solidFill>
                      <a:srgbClr val="193442"/>
                    </a:solidFill>
                  </a:tcPr>
                </a:tc>
                <a:tc>
                  <a:txBody>
                    <a:bodyPr/>
                    <a:lstStyle/>
                    <a:p>
                      <a:r>
                        <a:rPr sz="1650" b="1">
                          <a:solidFill>
                            <a:srgbClr val="FFFFFF"/>
                          </a:solidFill>
                          <a:latin typeface="Arial"/>
                          <a:ea typeface="Arial"/>
                          <a:cs typeface="Arial"/>
                        </a:rPr>
                        <a:t>Role</a:t>
                      </a:r>
                    </a:p>
                  </a:txBody>
                  <a:tcPr marL="91440" marR="91440" marT="45720" marB="45720">
                    <a:lnR w="9525">
                      <a:solidFill>
                        <a:srgbClr val="DBE2E5"/>
                      </a:solidFill>
                      <a:prstDash val="solid"/>
                    </a:lnR>
                    <a:lnT w="9525">
                      <a:solidFill>
                        <a:srgbClr val="DBE2E5"/>
                      </a:solidFill>
                      <a:prstDash val="solid"/>
                    </a:lnT>
                    <a:lnB w="9525">
                      <a:solidFill>
                        <a:srgbClr val="DBE2E5"/>
                      </a:solidFill>
                      <a:prstDash val="solid"/>
                    </a:lnB>
                    <a:solidFill>
                      <a:srgbClr val="193442"/>
                    </a:solidFill>
                  </a:tcPr>
                </a:tc>
                <a:tc>
                  <a:txBody>
                    <a:bodyPr/>
                    <a:lstStyle/>
                    <a:p>
                      <a:r>
                        <a:rPr sz="1650" b="1">
                          <a:solidFill>
                            <a:srgbClr val="FFFFFF"/>
                          </a:solidFill>
                          <a:latin typeface="Arial"/>
                          <a:ea typeface="Arial"/>
                          <a:cs typeface="Arial"/>
                        </a:rPr>
                        <a:t>Verified state</a:t>
                      </a:r>
                    </a:p>
                  </a:txBody>
                  <a:tcPr marL="91440" marR="91440" marT="45720" marB="45720">
                    <a:lnR w="9525">
                      <a:solidFill>
                        <a:srgbClr val="DBE2E5"/>
                      </a:solidFill>
                      <a:prstDash val="solid"/>
                    </a:lnR>
                    <a:lnT w="9525">
                      <a:solidFill>
                        <a:srgbClr val="DBE2E5"/>
                      </a:solidFill>
                      <a:prstDash val="solid"/>
                    </a:lnT>
                    <a:lnB w="9525">
                      <a:solidFill>
                        <a:srgbClr val="DBE2E5"/>
                      </a:solidFill>
                      <a:prstDash val="solid"/>
                    </a:lnB>
                    <a:solidFill>
                      <a:srgbClr val="193442"/>
                    </a:solidFill>
                  </a:tcPr>
                </a:tc>
              </a:tr>
              <a:tr h="714375">
                <a:tc>
                  <a:txBody>
                    <a:bodyPr/>
                    <a:lstStyle/>
                    <a:p>
                      <a:r>
                        <a:rPr sz="1725" b="0">
                          <a:solidFill>
                            <a:srgbClr val="193442"/>
                          </a:solidFill>
                          <a:latin typeface="Arial"/>
                          <a:ea typeface="Arial"/>
                          <a:cs typeface="Arial"/>
                        </a:rPr>
                        <a:t>Meterless World Model</a:t>
                      </a:r>
                    </a:p>
                  </a:txBody>
                  <a:tcPr marL="91440" marR="91440" marT="45720" marB="45720">
                    <a:lnL w="9525">
                      <a:solidFill>
                        <a:srgbClr val="DBE2E5"/>
                      </a:solidFill>
                      <a:prstDash val="solid"/>
                    </a:lnL>
                    <a:lnR w="9525">
                      <a:solidFill>
                        <a:srgbClr val="DBE2E5"/>
                      </a:solidFill>
                      <a:prstDash val="solid"/>
                    </a:lnR>
                    <a:lnB w="9525">
                      <a:solidFill>
                        <a:srgbClr val="DBE2E5"/>
                      </a:solidFill>
                      <a:prstDash val="solid"/>
                    </a:lnB>
                    <a:solidFill>
                      <a:srgbClr val="F5F7F8"/>
                    </a:solidFill>
                  </a:tcPr>
                </a:tc>
                <a:tc>
                  <a:txBody>
                    <a:bodyPr/>
                    <a:lstStyle/>
                    <a:p>
                      <a:r>
                        <a:rPr sz="1725" b="0">
                          <a:solidFill>
                            <a:srgbClr val="193442"/>
                          </a:solidFill>
                          <a:latin typeface="Arial"/>
                          <a:ea typeface="Arial"/>
                          <a:cs typeface="Arial"/>
                        </a:rPr>
                        <a:t>Evidence state and provenance</a:t>
                      </a:r>
                    </a:p>
                  </a:txBody>
                  <a:tcPr marL="91440" marR="91440" marT="45720" marB="45720">
                    <a:lnR w="9525">
                      <a:solidFill>
                        <a:srgbClr val="DBE2E5"/>
                      </a:solidFill>
                      <a:prstDash val="solid"/>
                    </a:lnR>
                    <a:lnB w="9525">
                      <a:solidFill>
                        <a:srgbClr val="DBE2E5"/>
                      </a:solidFill>
                      <a:prstDash val="solid"/>
                    </a:lnB>
                    <a:solidFill>
                      <a:srgbClr val="F5F7F8"/>
                    </a:solidFill>
                  </a:tcPr>
                </a:tc>
                <a:tc>
                  <a:txBody>
                    <a:bodyPr/>
                    <a:lstStyle/>
                    <a:p>
                      <a:r>
                        <a:rPr sz="1725" b="0">
                          <a:solidFill>
                            <a:srgbClr val="193442"/>
                          </a:solidFill>
                          <a:latin typeface="Arial"/>
                          <a:ea typeface="Arial"/>
                          <a:cs typeface="Arial"/>
                        </a:rPr>
                        <a:t>Local feature test + 8/8 conformance</a:t>
                      </a:r>
                    </a:p>
                  </a:txBody>
                  <a:tcPr marL="91440" marR="91440" marT="45720" marB="45720">
                    <a:lnR w="9525">
                      <a:solidFill>
                        <a:srgbClr val="DBE2E5"/>
                      </a:solidFill>
                      <a:prstDash val="solid"/>
                    </a:lnR>
                    <a:lnB w="9525">
                      <a:solidFill>
                        <a:srgbClr val="DBE2E5"/>
                      </a:solidFill>
                      <a:prstDash val="solid"/>
                    </a:lnB>
                    <a:solidFill>
                      <a:srgbClr val="F5F7F8"/>
                    </a:solidFill>
                  </a:tcPr>
                </a:tc>
              </a:tr>
              <a:tr h="714375">
                <a:tc>
                  <a:txBody>
                    <a:bodyPr/>
                    <a:lstStyle/>
                    <a:p>
                      <a:r>
                        <a:rPr sz="1725" b="0">
                          <a:solidFill>
                            <a:srgbClr val="193442"/>
                          </a:solidFill>
                          <a:latin typeface="Arial"/>
                          <a:ea typeface="Arial"/>
                          <a:cs typeface="Arial"/>
                        </a:rPr>
                        <a:t>Zetaris</a:t>
                      </a:r>
                    </a:p>
                  </a:txBody>
                  <a:tcPr marL="91440" marR="91440" marT="45720" marB="45720">
                    <a:lnL w="9525">
                      <a:solidFill>
                        <a:srgbClr val="DBE2E5"/>
                      </a:solidFill>
                      <a:prstDash val="solid"/>
                    </a:lnL>
                    <a:lnR w="9525">
                      <a:solidFill>
                        <a:srgbClr val="DBE2E5"/>
                      </a:solidFill>
                      <a:prstDash val="solid"/>
                    </a:lnR>
                    <a:lnB w="9525">
                      <a:solidFill>
                        <a:srgbClr val="DBE2E5"/>
                      </a:solidFill>
                      <a:prstDash val="solid"/>
                    </a:lnB>
                    <a:solidFill>
                      <a:srgbClr val="FFFFFF"/>
                    </a:solidFill>
                  </a:tcPr>
                </a:tc>
                <a:tc>
                  <a:txBody>
                    <a:bodyPr/>
                    <a:lstStyle/>
                    <a:p>
                      <a:r>
                        <a:rPr sz="1725" b="0">
                          <a:solidFill>
                            <a:srgbClr val="193442"/>
                          </a:solidFill>
                          <a:latin typeface="Arial"/>
                          <a:ea typeface="Arial"/>
                          <a:cs typeface="Arial"/>
                        </a:rPr>
                        <a:t>Four feeds, USL, data quality</a:t>
                      </a:r>
                    </a:p>
                  </a:txBody>
                  <a:tcPr marL="91440" marR="91440" marT="45720" marB="45720">
                    <a:lnR w="9525">
                      <a:solidFill>
                        <a:srgbClr val="DBE2E5"/>
                      </a:solidFill>
                      <a:prstDash val="solid"/>
                    </a:lnR>
                    <a:lnB w="9525">
                      <a:solidFill>
                        <a:srgbClr val="DBE2E5"/>
                      </a:solidFill>
                      <a:prstDash val="solid"/>
                    </a:lnB>
                    <a:solidFill>
                      <a:srgbClr val="FFFFFF"/>
                    </a:solidFill>
                  </a:tcPr>
                </a:tc>
                <a:tc>
                  <a:txBody>
                    <a:bodyPr/>
                    <a:lstStyle/>
                    <a:p>
                      <a:r>
                        <a:rPr sz="1725" b="0">
                          <a:solidFill>
                            <a:srgbClr val="193442"/>
                          </a:solidFill>
                          <a:latin typeface="Arial"/>
                          <a:ea typeface="Arial"/>
                          <a:cs typeface="Arial"/>
                        </a:rPr>
                        <a:t>Implementation present; execution pending</a:t>
                      </a:r>
                    </a:p>
                  </a:txBody>
                  <a:tcPr marL="91440" marR="91440" marT="45720" marB="45720">
                    <a:lnR w="9525">
                      <a:solidFill>
                        <a:srgbClr val="DBE2E5"/>
                      </a:solidFill>
                      <a:prstDash val="solid"/>
                    </a:lnR>
                    <a:lnB w="9525">
                      <a:solidFill>
                        <a:srgbClr val="DBE2E5"/>
                      </a:solidFill>
                      <a:prstDash val="solid"/>
                    </a:lnB>
                    <a:solidFill>
                      <a:srgbClr val="FFFFFF"/>
                    </a:solidFill>
                  </a:tcPr>
                </a:tc>
              </a:tr>
              <a:tr h="714375">
                <a:tc>
                  <a:txBody>
                    <a:bodyPr/>
                    <a:lstStyle/>
                    <a:p>
                      <a:r>
                        <a:rPr sz="1725" b="0">
                          <a:solidFill>
                            <a:srgbClr val="193442"/>
                          </a:solidFill>
                          <a:latin typeface="Arial"/>
                          <a:ea typeface="Arial"/>
                          <a:cs typeface="Arial"/>
                        </a:rPr>
                        <a:t>Meterless Nightshift</a:t>
                      </a:r>
                    </a:p>
                  </a:txBody>
                  <a:tcPr marL="91440" marR="91440" marT="45720" marB="45720">
                    <a:lnL w="9525">
                      <a:solidFill>
                        <a:srgbClr val="DBE2E5"/>
                      </a:solidFill>
                      <a:prstDash val="solid"/>
                    </a:lnL>
                    <a:lnR w="9525">
                      <a:solidFill>
                        <a:srgbClr val="DBE2E5"/>
                      </a:solidFill>
                      <a:prstDash val="solid"/>
                    </a:lnR>
                    <a:lnB w="9525">
                      <a:solidFill>
                        <a:srgbClr val="DBE2E5"/>
                      </a:solidFill>
                      <a:prstDash val="solid"/>
                    </a:lnB>
                    <a:solidFill>
                      <a:srgbClr val="F5F7F8"/>
                    </a:solidFill>
                  </a:tcPr>
                </a:tc>
                <a:tc>
                  <a:txBody>
                    <a:bodyPr/>
                    <a:lstStyle/>
                    <a:p>
                      <a:r>
                        <a:rPr sz="1725" b="0">
                          <a:solidFill>
                            <a:srgbClr val="193442"/>
                          </a:solidFill>
                          <a:latin typeface="Arial"/>
                          <a:ea typeface="Arial"/>
                          <a:cs typeface="Arial"/>
                        </a:rPr>
                        <a:t>Primary live model route</a:t>
                      </a:r>
                    </a:p>
                  </a:txBody>
                  <a:tcPr marL="91440" marR="91440" marT="45720" marB="45720">
                    <a:lnR w="9525">
                      <a:solidFill>
                        <a:srgbClr val="DBE2E5"/>
                      </a:solidFill>
                      <a:prstDash val="solid"/>
                    </a:lnR>
                    <a:lnB w="9525">
                      <a:solidFill>
                        <a:srgbClr val="DBE2E5"/>
                      </a:solidFill>
                      <a:prstDash val="solid"/>
                    </a:lnB>
                    <a:solidFill>
                      <a:srgbClr val="F5F7F8"/>
                    </a:solidFill>
                  </a:tcPr>
                </a:tc>
                <a:tc>
                  <a:txBody>
                    <a:bodyPr/>
                    <a:lstStyle/>
                    <a:p>
                      <a:r>
                        <a:rPr sz="1725" b="0">
                          <a:solidFill>
                            <a:srgbClr val="193442"/>
                          </a:solidFill>
                          <a:latin typeface="Arial"/>
                          <a:ea typeface="Arial"/>
                          <a:cs typeface="Arial"/>
                        </a:rPr>
                        <a:t>Runtime reachable; provider needed</a:t>
                      </a:r>
                    </a:p>
                  </a:txBody>
                  <a:tcPr marL="91440" marR="91440" marT="45720" marB="45720">
                    <a:lnR w="9525">
                      <a:solidFill>
                        <a:srgbClr val="DBE2E5"/>
                      </a:solidFill>
                      <a:prstDash val="solid"/>
                    </a:lnR>
                    <a:lnB w="9525">
                      <a:solidFill>
                        <a:srgbClr val="DBE2E5"/>
                      </a:solidFill>
                      <a:prstDash val="solid"/>
                    </a:lnB>
                    <a:solidFill>
                      <a:srgbClr val="F5F7F8"/>
                    </a:solidFill>
                  </a:tcPr>
                </a:tc>
              </a:tr>
              <a:tr h="714375">
                <a:tc>
                  <a:txBody>
                    <a:bodyPr/>
                    <a:lstStyle/>
                    <a:p>
                      <a:r>
                        <a:rPr sz="1725" b="0">
                          <a:solidFill>
                            <a:srgbClr val="193442"/>
                          </a:solidFill>
                          <a:latin typeface="Arial"/>
                          <a:ea typeface="Arial"/>
                          <a:cs typeface="Arial"/>
                        </a:rPr>
                        <a:t>NVIDIA Nemotron</a:t>
                      </a:r>
                    </a:p>
                  </a:txBody>
                  <a:tcPr marL="91440" marR="91440" marT="45720" marB="45720">
                    <a:lnL w="9525">
                      <a:solidFill>
                        <a:srgbClr val="DBE2E5"/>
                      </a:solidFill>
                      <a:prstDash val="solid"/>
                    </a:lnL>
                    <a:lnR w="9525">
                      <a:solidFill>
                        <a:srgbClr val="DBE2E5"/>
                      </a:solidFill>
                      <a:prstDash val="solid"/>
                    </a:lnR>
                    <a:lnB w="9525">
                      <a:solidFill>
                        <a:srgbClr val="DBE2E5"/>
                      </a:solidFill>
                      <a:prstDash val="solid"/>
                    </a:lnB>
                    <a:solidFill>
                      <a:srgbClr val="FFFFFF"/>
                    </a:solidFill>
                  </a:tcPr>
                </a:tc>
                <a:tc>
                  <a:txBody>
                    <a:bodyPr/>
                    <a:lstStyle/>
                    <a:p>
                      <a:r>
                        <a:rPr sz="1725" b="0">
                          <a:solidFill>
                            <a:srgbClr val="193442"/>
                          </a:solidFill>
                          <a:latin typeface="Arial"/>
                          <a:ea typeface="Arial"/>
                          <a:cs typeface="Arial"/>
                        </a:rPr>
                        <a:t>Optional model through Nightshift</a:t>
                      </a:r>
                    </a:p>
                  </a:txBody>
                  <a:tcPr marL="91440" marR="91440" marT="45720" marB="45720">
                    <a:lnR w="9525">
                      <a:solidFill>
                        <a:srgbClr val="DBE2E5"/>
                      </a:solidFill>
                      <a:prstDash val="solid"/>
                    </a:lnR>
                    <a:lnB w="9525">
                      <a:solidFill>
                        <a:srgbClr val="DBE2E5"/>
                      </a:solidFill>
                      <a:prstDash val="solid"/>
                    </a:lnB>
                    <a:solidFill>
                      <a:srgbClr val="FFFFFF"/>
                    </a:solidFill>
                  </a:tcPr>
                </a:tc>
                <a:tc>
                  <a:txBody>
                    <a:bodyPr/>
                    <a:lstStyle/>
                    <a:p>
                      <a:r>
                        <a:rPr sz="1725" b="0">
                          <a:solidFill>
                            <a:srgbClr val="193442"/>
                          </a:solidFill>
                          <a:latin typeface="Arial"/>
                          <a:ea typeface="Arial"/>
                          <a:cs typeface="Arial"/>
                        </a:rPr>
                        <a:t>No verified model request</a:t>
                      </a:r>
                    </a:p>
                  </a:txBody>
                  <a:tcPr marL="91440" marR="91440" marT="45720" marB="45720">
                    <a:lnR w="9525">
                      <a:solidFill>
                        <a:srgbClr val="DBE2E5"/>
                      </a:solidFill>
                      <a:prstDash val="solid"/>
                    </a:lnR>
                    <a:lnB w="9525">
                      <a:solidFill>
                        <a:srgbClr val="DBE2E5"/>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C50E680C-4C72-411C-A903-32D6353C7735}"/>
              </a:ext>
            </a:extLst>
          </p:cNvPr>
          <p:cNvSpPr>
            <a:spLocks xmlns:a="http://schemas.openxmlformats.org/drawingml/2006/main" noGrp="1"/>
          </p:cNvSpPr>
          <p:nvPr/>
        </p:nvSpPr>
        <p:spPr>
          <a:xfrm xmlns:a="http://schemas.openxmlformats.org/drawingml/2006/main">
            <a:off x="609600" y="59055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75" b="0">
                <a:solidFill>
                  <a:srgbClr val="64747C"/>
                </a:solidFill>
                <a:latin typeface="Arial"/>
                <a:ea typeface="Arial"/>
                <a:cs typeface="Arial"/>
              </a:defRPr>
            </a:defPPr>
            <a:lvl1pPr>
              <a:defRPr sz="1575" b="0">
                <a:solidFill>
                  <a:srgbClr val="64747C"/>
                </a:solidFill>
                <a:latin typeface="Arial"/>
                <a:ea typeface="Arial"/>
                <a:cs typeface="Arial"/>
              </a:defRPr>
            </a:lvl1pPr>
            <a:lvl2pPr>
              <a:defRPr sz="1575" b="0">
                <a:solidFill>
                  <a:srgbClr val="64747C"/>
                </a:solidFill>
                <a:latin typeface="Arial"/>
                <a:ea typeface="Arial"/>
                <a:cs typeface="Arial"/>
              </a:defRPr>
            </a:lvl2pPr>
            <a:lvl3pPr>
              <a:defRPr sz="1575" b="0">
                <a:solidFill>
                  <a:srgbClr val="64747C"/>
                </a:solidFill>
                <a:latin typeface="Arial"/>
                <a:ea typeface="Arial"/>
                <a:cs typeface="Arial"/>
              </a:defRPr>
            </a:lvl3pPr>
            <a:lvl4pPr>
              <a:defRPr sz="1575" b="0">
                <a:solidFill>
                  <a:srgbClr val="64747C"/>
                </a:solidFill>
                <a:latin typeface="Arial"/>
                <a:ea typeface="Arial"/>
                <a:cs typeface="Arial"/>
              </a:defRPr>
            </a:lvl4pPr>
            <a:lvl5pPr>
              <a:defRPr sz="1575" b="0">
                <a:solidFill>
                  <a:srgbClr val="64747C"/>
                </a:solidFill>
                <a:latin typeface="Arial"/>
                <a:ea typeface="Arial"/>
                <a:cs typeface="Arial"/>
              </a:defRPr>
            </a:lvl5pPr>
            <a:lvl6pPr>
              <a:defRPr sz="1575" b="0">
                <a:solidFill>
                  <a:srgbClr val="64747C"/>
                </a:solidFill>
                <a:latin typeface="Arial"/>
                <a:ea typeface="Arial"/>
                <a:cs typeface="Arial"/>
              </a:defRPr>
            </a:lvl6pPr>
            <a:lvl7pPr>
              <a:defRPr sz="1575" b="0">
                <a:solidFill>
                  <a:srgbClr val="64747C"/>
                </a:solidFill>
                <a:latin typeface="Arial"/>
                <a:ea typeface="Arial"/>
                <a:cs typeface="Arial"/>
              </a:defRPr>
            </a:lvl7pPr>
            <a:lvl8pPr>
              <a:defRPr sz="1575" b="0">
                <a:solidFill>
                  <a:srgbClr val="64747C"/>
                </a:solidFill>
                <a:latin typeface="Arial"/>
                <a:ea typeface="Arial"/>
                <a:cs typeface="Arial"/>
              </a:defRPr>
            </a:lvl8pPr>
            <a:lvl9pPr>
              <a:defRPr sz="1575" b="0">
                <a:solidFill>
                  <a:srgbClr val="64747C"/>
                </a:solidFill>
                <a:latin typeface="Arial"/>
                <a:ea typeface="Arial"/>
                <a:cs typeface="Arial"/>
              </a:defRPr>
            </a:lvl9pPr>
          </a:lstStyle>
          <a:p xmlns:a="http://schemas.openxmlformats.org/drawingml/2006/main">
            <a:pPr>
              <a:defRPr sz="1575" b="0">
                <a:solidFill>
                  <a:srgbClr val="64747C"/>
                </a:solidFill>
                <a:latin typeface="Arial"/>
                <a:ea typeface="Arial"/>
                <a:cs typeface="Arial"/>
              </a:defRPr>
            </a:pPr>
            <a:r>
              <a:rPr sz="1575" b="0">
                <a:solidFill>
                  <a:srgbClr val="64747C"/>
                </a:solidFill>
                <a:latin typeface="Arial"/>
                <a:ea typeface="Arial"/>
                <a:cs typeface="Arial"/>
              </a:rPr>
              <a:t>Codex assisted implementation. Cursor usage is not claimed.</a:t>
            </a:r>
          </a:p>
        </p:txBody>
      </p:sp>
    </p:spTree>
    <p:extLst>
      <p:ext uri="{BB962C8B-B14F-4D97-AF65-F5344CB8AC3E}">
        <p14:creationId xmlns:p14="http://schemas.microsoft.com/office/powerpoint/2010/main" val="203301027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4FC26FA-4D9F-4C6B-B9CE-3F63F5FD776C}"/>
              </a:ext>
            </a:extLst>
          </p:cNvPr>
          <p:cNvSpPr>
            <a:spLocks xmlns:a="http://schemas.openxmlformats.org/drawingml/2006/main" noGrp="1"/>
          </p:cNvSpPr>
          <p:nvPr/>
        </p:nvSpPr>
        <p:spPr>
          <a:xfrm xmlns:a="http://schemas.openxmlformats.org/drawingml/2006/main">
            <a:off x="609600" y="3810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3B6C5C"/>
                </a:solidFill>
                <a:latin typeface="Arial"/>
                <a:ea typeface="Arial"/>
                <a:cs typeface="Arial"/>
              </a:defRPr>
            </a:defPPr>
            <a:lvl1pPr>
              <a:defRPr sz="1350" b="1">
                <a:solidFill>
                  <a:srgbClr val="3B6C5C"/>
                </a:solidFill>
                <a:latin typeface="Arial"/>
                <a:ea typeface="Arial"/>
                <a:cs typeface="Arial"/>
              </a:defRPr>
            </a:lvl1pPr>
            <a:lvl2pPr>
              <a:defRPr sz="1350" b="1">
                <a:solidFill>
                  <a:srgbClr val="3B6C5C"/>
                </a:solidFill>
                <a:latin typeface="Arial"/>
                <a:ea typeface="Arial"/>
                <a:cs typeface="Arial"/>
              </a:defRPr>
            </a:lvl2pPr>
            <a:lvl3pPr>
              <a:defRPr sz="1350" b="1">
                <a:solidFill>
                  <a:srgbClr val="3B6C5C"/>
                </a:solidFill>
                <a:latin typeface="Arial"/>
                <a:ea typeface="Arial"/>
                <a:cs typeface="Arial"/>
              </a:defRPr>
            </a:lvl3pPr>
            <a:lvl4pPr>
              <a:defRPr sz="1350" b="1">
                <a:solidFill>
                  <a:srgbClr val="3B6C5C"/>
                </a:solidFill>
                <a:latin typeface="Arial"/>
                <a:ea typeface="Arial"/>
                <a:cs typeface="Arial"/>
              </a:defRPr>
            </a:lvl4pPr>
            <a:lvl5pPr>
              <a:defRPr sz="1350" b="1">
                <a:solidFill>
                  <a:srgbClr val="3B6C5C"/>
                </a:solidFill>
                <a:latin typeface="Arial"/>
                <a:ea typeface="Arial"/>
                <a:cs typeface="Arial"/>
              </a:defRPr>
            </a:lvl5pPr>
            <a:lvl6pPr>
              <a:defRPr sz="1350" b="1">
                <a:solidFill>
                  <a:srgbClr val="3B6C5C"/>
                </a:solidFill>
                <a:latin typeface="Arial"/>
                <a:ea typeface="Arial"/>
                <a:cs typeface="Arial"/>
              </a:defRPr>
            </a:lvl6pPr>
            <a:lvl7pPr>
              <a:defRPr sz="1350" b="1">
                <a:solidFill>
                  <a:srgbClr val="3B6C5C"/>
                </a:solidFill>
                <a:latin typeface="Arial"/>
                <a:ea typeface="Arial"/>
                <a:cs typeface="Arial"/>
              </a:defRPr>
            </a:lvl7pPr>
            <a:lvl8pPr>
              <a:defRPr sz="1350" b="1">
                <a:solidFill>
                  <a:srgbClr val="3B6C5C"/>
                </a:solidFill>
                <a:latin typeface="Arial"/>
                <a:ea typeface="Arial"/>
                <a:cs typeface="Arial"/>
              </a:defRPr>
            </a:lvl8pPr>
            <a:lvl9pPr>
              <a:defRPr sz="1350" b="1">
                <a:solidFill>
                  <a:srgbClr val="3B6C5C"/>
                </a:solidFill>
                <a:latin typeface="Arial"/>
                <a:ea typeface="Arial"/>
                <a:cs typeface="Arial"/>
              </a:defRPr>
            </a:lvl9pPr>
          </a:lstStyle>
          <a:p xmlns:a="http://schemas.openxmlformats.org/drawingml/2006/main">
            <a:pPr>
              <a:defRPr sz="1350" b="1">
                <a:solidFill>
                  <a:srgbClr val="3B6C5C"/>
                </a:solidFill>
                <a:latin typeface="Arial"/>
                <a:ea typeface="Arial"/>
                <a:cs typeface="Arial"/>
              </a:defRPr>
            </a:pPr>
            <a:r>
              <a:rPr sz="1350" b="1">
                <a:solidFill>
                  <a:srgbClr val="3B6C5C"/>
                </a:solidFill>
                <a:latin typeface="Arial"/>
                <a:ea typeface="Arial"/>
                <a:cs typeface="Arial"/>
              </a:rPr>
              <a:t>WHAT IS DISTINCTIVE</a:t>
            </a:r>
          </a:p>
        </p:txBody>
      </p:sp>
      <p:sp>
        <p:nvSpPr>
          <p:cNvPr id="2" name="">
            <a:extLst xmlns:a="http://schemas.openxmlformats.org/drawingml/2006/main">
              <a:ext uri="{FF2B5EF4-FFF2-40B4-BE49-F238E27FC236}">
                <a16:creationId xmlns:a16="http://schemas.microsoft.com/office/drawing/2014/main" id="{4353C526-47AA-46FD-AB05-80EDB1EB31FD}"/>
              </a:ext>
            </a:extLst>
          </p:cNvPr>
          <p:cNvSpPr>
            <a:spLocks xmlns:a="http://schemas.openxmlformats.org/drawingml/2006/main" noGrp="1"/>
          </p:cNvSpPr>
          <p:nvPr/>
        </p:nvSpPr>
        <p:spPr>
          <a:xfrm xmlns:a="http://schemas.openxmlformats.org/drawingml/2006/main">
            <a:off x="609600" y="904875"/>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93442"/>
                </a:solidFill>
                <a:latin typeface="Arial"/>
                <a:ea typeface="Arial"/>
                <a:cs typeface="Arial"/>
              </a:defRPr>
            </a:defPPr>
            <a:lvl1pPr>
              <a:defRPr sz="3300" b="1">
                <a:solidFill>
                  <a:srgbClr val="193442"/>
                </a:solidFill>
                <a:latin typeface="Arial"/>
                <a:ea typeface="Arial"/>
                <a:cs typeface="Arial"/>
              </a:defRPr>
            </a:lvl1pPr>
            <a:lvl2pPr>
              <a:defRPr sz="3300" b="1">
                <a:solidFill>
                  <a:srgbClr val="193442"/>
                </a:solidFill>
                <a:latin typeface="Arial"/>
                <a:ea typeface="Arial"/>
                <a:cs typeface="Arial"/>
              </a:defRPr>
            </a:lvl2pPr>
            <a:lvl3pPr>
              <a:defRPr sz="3300" b="1">
                <a:solidFill>
                  <a:srgbClr val="193442"/>
                </a:solidFill>
                <a:latin typeface="Arial"/>
                <a:ea typeface="Arial"/>
                <a:cs typeface="Arial"/>
              </a:defRPr>
            </a:lvl3pPr>
            <a:lvl4pPr>
              <a:defRPr sz="3300" b="1">
                <a:solidFill>
                  <a:srgbClr val="193442"/>
                </a:solidFill>
                <a:latin typeface="Arial"/>
                <a:ea typeface="Arial"/>
                <a:cs typeface="Arial"/>
              </a:defRPr>
            </a:lvl4pPr>
            <a:lvl5pPr>
              <a:defRPr sz="3300" b="1">
                <a:solidFill>
                  <a:srgbClr val="193442"/>
                </a:solidFill>
                <a:latin typeface="Arial"/>
                <a:ea typeface="Arial"/>
                <a:cs typeface="Arial"/>
              </a:defRPr>
            </a:lvl5pPr>
            <a:lvl6pPr>
              <a:defRPr sz="3300" b="1">
                <a:solidFill>
                  <a:srgbClr val="193442"/>
                </a:solidFill>
                <a:latin typeface="Arial"/>
                <a:ea typeface="Arial"/>
                <a:cs typeface="Arial"/>
              </a:defRPr>
            </a:lvl6pPr>
            <a:lvl7pPr>
              <a:defRPr sz="3300" b="1">
                <a:solidFill>
                  <a:srgbClr val="193442"/>
                </a:solidFill>
                <a:latin typeface="Arial"/>
                <a:ea typeface="Arial"/>
                <a:cs typeface="Arial"/>
              </a:defRPr>
            </a:lvl7pPr>
            <a:lvl8pPr>
              <a:defRPr sz="3300" b="1">
                <a:solidFill>
                  <a:srgbClr val="193442"/>
                </a:solidFill>
                <a:latin typeface="Arial"/>
                <a:ea typeface="Arial"/>
                <a:cs typeface="Arial"/>
              </a:defRPr>
            </a:lvl8pPr>
            <a:lvl9pPr>
              <a:defRPr sz="3300" b="1">
                <a:solidFill>
                  <a:srgbClr val="193442"/>
                </a:solidFill>
                <a:latin typeface="Arial"/>
                <a:ea typeface="Arial"/>
                <a:cs typeface="Arial"/>
              </a:defRPr>
            </a:lvl9pPr>
          </a:lstStyle>
          <a:p xmlns:a="http://schemas.openxmlformats.org/drawingml/2006/main">
            <a:pPr>
              <a:defRPr sz="3300" b="1">
                <a:solidFill>
                  <a:srgbClr val="193442"/>
                </a:solidFill>
                <a:latin typeface="Arial"/>
                <a:ea typeface="Arial"/>
                <a:cs typeface="Arial"/>
              </a:defRPr>
            </a:pPr>
            <a:r>
              <a:rPr sz="3300" b="1">
                <a:solidFill>
                  <a:srgbClr val="193442"/>
                </a:solidFill>
                <a:latin typeface="Arial"/>
                <a:ea typeface="Arial"/>
                <a:cs typeface="Arial"/>
              </a:rPr>
              <a:t>Remove the evidence. Recompute the answer.</a:t>
            </a:r>
          </a:p>
        </p:txBody>
      </p:sp>
      <p:sp>
        <p:nvSpPr>
          <p:cNvPr id="3" name="">
            <a:extLst xmlns:a="http://schemas.openxmlformats.org/drawingml/2006/main">
              <a:ext uri="{FF2B5EF4-FFF2-40B4-BE49-F238E27FC236}">
                <a16:creationId xmlns:a16="http://schemas.microsoft.com/office/drawing/2014/main" id="{A6FD8469-A337-480D-BB34-9AF16AEBA80C}"/>
              </a:ext>
            </a:extLst>
          </p:cNvPr>
          <p:cNvSpPr>
            <a:spLocks xmlns:a="http://schemas.openxmlformats.org/drawingml/2006/main" noGrp="1"/>
          </p:cNvSpPr>
          <p:nvPr/>
        </p:nvSpPr>
        <p:spPr>
          <a:xfrm xmlns:a="http://schemas.openxmlformats.org/drawingml/2006/main">
            <a:off x="609600" y="6381750"/>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64747C"/>
                </a:solidFill>
                <a:latin typeface="Arial"/>
                <a:ea typeface="Arial"/>
                <a:cs typeface="Arial"/>
              </a:defRPr>
            </a:defPPr>
            <a:lvl1pPr>
              <a:defRPr sz="975" b="0">
                <a:solidFill>
                  <a:srgbClr val="64747C"/>
                </a:solidFill>
                <a:latin typeface="Arial"/>
                <a:ea typeface="Arial"/>
                <a:cs typeface="Arial"/>
              </a:defRPr>
            </a:lvl1pPr>
            <a:lvl2pPr>
              <a:defRPr sz="975" b="0">
                <a:solidFill>
                  <a:srgbClr val="64747C"/>
                </a:solidFill>
                <a:latin typeface="Arial"/>
                <a:ea typeface="Arial"/>
                <a:cs typeface="Arial"/>
              </a:defRPr>
            </a:lvl2pPr>
            <a:lvl3pPr>
              <a:defRPr sz="975" b="0">
                <a:solidFill>
                  <a:srgbClr val="64747C"/>
                </a:solidFill>
                <a:latin typeface="Arial"/>
                <a:ea typeface="Arial"/>
                <a:cs typeface="Arial"/>
              </a:defRPr>
            </a:lvl3pPr>
            <a:lvl4pPr>
              <a:defRPr sz="975" b="0">
                <a:solidFill>
                  <a:srgbClr val="64747C"/>
                </a:solidFill>
                <a:latin typeface="Arial"/>
                <a:ea typeface="Arial"/>
                <a:cs typeface="Arial"/>
              </a:defRPr>
            </a:lvl4pPr>
            <a:lvl5pPr>
              <a:defRPr sz="975" b="0">
                <a:solidFill>
                  <a:srgbClr val="64747C"/>
                </a:solidFill>
                <a:latin typeface="Arial"/>
                <a:ea typeface="Arial"/>
                <a:cs typeface="Arial"/>
              </a:defRPr>
            </a:lvl5pPr>
            <a:lvl6pPr>
              <a:defRPr sz="975" b="0">
                <a:solidFill>
                  <a:srgbClr val="64747C"/>
                </a:solidFill>
                <a:latin typeface="Arial"/>
                <a:ea typeface="Arial"/>
                <a:cs typeface="Arial"/>
              </a:defRPr>
            </a:lvl6pPr>
            <a:lvl7pPr>
              <a:defRPr sz="975" b="0">
                <a:solidFill>
                  <a:srgbClr val="64747C"/>
                </a:solidFill>
                <a:latin typeface="Arial"/>
                <a:ea typeface="Arial"/>
                <a:cs typeface="Arial"/>
              </a:defRPr>
            </a:lvl7pPr>
            <a:lvl8pPr>
              <a:defRPr sz="975" b="0">
                <a:solidFill>
                  <a:srgbClr val="64747C"/>
                </a:solidFill>
                <a:latin typeface="Arial"/>
                <a:ea typeface="Arial"/>
                <a:cs typeface="Arial"/>
              </a:defRPr>
            </a:lvl8pPr>
            <a:lvl9pPr>
              <a:defRPr sz="975" b="0">
                <a:solidFill>
                  <a:srgbClr val="64747C"/>
                </a:solidFill>
                <a:latin typeface="Arial"/>
                <a:ea typeface="Arial"/>
                <a:cs typeface="Arial"/>
              </a:defRPr>
            </a:lvl9pPr>
          </a:lstStyle>
          <a:p xmlns:a="http://schemas.openxmlformats.org/drawingml/2006/main">
            <a:pPr>
              <a:defRPr sz="975" b="0">
                <a:solidFill>
                  <a:srgbClr val="64747C"/>
                </a:solidFill>
                <a:latin typeface="Arial"/>
                <a:ea typeface="Arial"/>
                <a:cs typeface="Arial"/>
              </a:defRPr>
            </a:pPr>
            <a:r>
              <a:rPr sz="975" b="0">
                <a:solidFill>
                  <a:srgbClr val="64747C"/>
                </a:solidFill>
                <a:latin typeface="Arial"/>
                <a:ea typeface="Arial"/>
                <a:cs typeface="Arial"/>
              </a:rPr>
              <a:t>TRACEHARBOR  /  OPEN AGENT HACKATHON 2026</a:t>
            </a:r>
          </a:p>
        </p:txBody>
      </p:sp>
      <p:sp>
        <p:nvSpPr>
          <p:cNvPr id="4" name="">
            <a:extLst xmlns:a="http://schemas.openxmlformats.org/drawingml/2006/main">
              <a:ext uri="{FF2B5EF4-FFF2-40B4-BE49-F238E27FC236}">
                <a16:creationId xmlns:a16="http://schemas.microsoft.com/office/drawing/2014/main" id="{8BC60B1F-5D58-4AA6-BCDB-C05DF97E3057}"/>
              </a:ext>
            </a:extLst>
          </p:cNvPr>
          <p:cNvSpPr>
            <a:spLocks xmlns:a="http://schemas.openxmlformats.org/drawingml/2006/main" noGrp="1"/>
          </p:cNvSpPr>
          <p:nvPr/>
        </p:nvSpPr>
        <p:spPr>
          <a:xfrm xmlns:a="http://schemas.openxmlformats.org/drawingml/2006/main">
            <a:off x="11239500" y="633412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00" b="0">
                <a:solidFill>
                  <a:srgbClr val="64747C"/>
                </a:solidFill>
                <a:latin typeface="Arial"/>
                <a:ea typeface="Arial"/>
                <a:cs typeface="Arial"/>
              </a:defRPr>
            </a:defPPr>
            <a:lvl1pPr>
              <a:defRPr sz="1200" b="0">
                <a:solidFill>
                  <a:srgbClr val="64747C"/>
                </a:solidFill>
                <a:latin typeface="Arial"/>
                <a:ea typeface="Arial"/>
                <a:cs typeface="Arial"/>
              </a:defRPr>
            </a:lvl1pPr>
            <a:lvl2pPr>
              <a:defRPr sz="1200" b="0">
                <a:solidFill>
                  <a:srgbClr val="64747C"/>
                </a:solidFill>
                <a:latin typeface="Arial"/>
                <a:ea typeface="Arial"/>
                <a:cs typeface="Arial"/>
              </a:defRPr>
            </a:lvl2pPr>
            <a:lvl3pPr>
              <a:defRPr sz="1200" b="0">
                <a:solidFill>
                  <a:srgbClr val="64747C"/>
                </a:solidFill>
                <a:latin typeface="Arial"/>
                <a:ea typeface="Arial"/>
                <a:cs typeface="Arial"/>
              </a:defRPr>
            </a:lvl3pPr>
            <a:lvl4pPr>
              <a:defRPr sz="1200" b="0">
                <a:solidFill>
                  <a:srgbClr val="64747C"/>
                </a:solidFill>
                <a:latin typeface="Arial"/>
                <a:ea typeface="Arial"/>
                <a:cs typeface="Arial"/>
              </a:defRPr>
            </a:lvl4pPr>
            <a:lvl5pPr>
              <a:defRPr sz="1200" b="0">
                <a:solidFill>
                  <a:srgbClr val="64747C"/>
                </a:solidFill>
                <a:latin typeface="Arial"/>
                <a:ea typeface="Arial"/>
                <a:cs typeface="Arial"/>
              </a:defRPr>
            </a:lvl5pPr>
            <a:lvl6pPr>
              <a:defRPr sz="1200" b="0">
                <a:solidFill>
                  <a:srgbClr val="64747C"/>
                </a:solidFill>
                <a:latin typeface="Arial"/>
                <a:ea typeface="Arial"/>
                <a:cs typeface="Arial"/>
              </a:defRPr>
            </a:lvl6pPr>
            <a:lvl7pPr>
              <a:defRPr sz="1200" b="0">
                <a:solidFill>
                  <a:srgbClr val="64747C"/>
                </a:solidFill>
                <a:latin typeface="Arial"/>
                <a:ea typeface="Arial"/>
                <a:cs typeface="Arial"/>
              </a:defRPr>
            </a:lvl7pPr>
            <a:lvl8pPr>
              <a:defRPr sz="1200" b="0">
                <a:solidFill>
                  <a:srgbClr val="64747C"/>
                </a:solidFill>
                <a:latin typeface="Arial"/>
                <a:ea typeface="Arial"/>
                <a:cs typeface="Arial"/>
              </a:defRPr>
            </a:lvl8pPr>
            <a:lvl9pPr>
              <a:defRPr sz="1200" b="0">
                <a:solidFill>
                  <a:srgbClr val="64747C"/>
                </a:solidFill>
                <a:latin typeface="Arial"/>
                <a:ea typeface="Arial"/>
                <a:cs typeface="Arial"/>
              </a:defRPr>
            </a:lvl9pPr>
          </a:lstStyle>
          <a:p xmlns:a="http://schemas.openxmlformats.org/drawingml/2006/main">
            <a:pPr>
              <a:defRPr sz="1200" b="0">
                <a:solidFill>
                  <a:srgbClr val="64747C"/>
                </a:solidFill>
                <a:latin typeface="Arial"/>
                <a:ea typeface="Arial"/>
                <a:cs typeface="Arial"/>
              </a:defRPr>
            </a:pPr>
            <a:r>
              <a:rPr sz="1200" b="0">
                <a:solidFill>
                  <a:srgbClr val="64747C"/>
                </a:solidFill>
                <a:latin typeface="Arial"/>
                <a:ea typeface="Arial"/>
                <a:cs typeface="Arial"/>
              </a:rPr>
              <a:t>6</a:t>
            </a:r>
          </a:p>
        </p:txBody>
      </p:sp>
      <p:sp>
        <p:nvSpPr>
          <p:cNvPr id="5" name="">
            <a:extLst xmlns:a="http://schemas.openxmlformats.org/drawingml/2006/main">
              <a:ext uri="{FF2B5EF4-FFF2-40B4-BE49-F238E27FC236}">
                <a16:creationId xmlns:a16="http://schemas.microsoft.com/office/drawing/2014/main" id="{EEA94AF4-88D1-45E4-93E4-846A5920A957}"/>
              </a:ext>
            </a:extLst>
          </p:cNvPr>
          <p:cNvSpPr>
            <a:spLocks xmlns:a="http://schemas.openxmlformats.org/drawingml/2006/main" noGrp="1"/>
          </p:cNvSpPr>
          <p:nvPr/>
        </p:nvSpPr>
        <p:spPr>
          <a:xfrm xmlns:a="http://schemas.openxmlformats.org/drawingml/2006/main">
            <a:off x="609600" y="2181225"/>
            <a:ext cx="361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3B6C5C"/>
                </a:solidFill>
                <a:latin typeface="Arial"/>
                <a:ea typeface="Arial"/>
                <a:cs typeface="Arial"/>
              </a:defRPr>
            </a:defPPr>
            <a:lvl1pPr>
              <a:defRPr sz="1650" b="1">
                <a:solidFill>
                  <a:srgbClr val="3B6C5C"/>
                </a:solidFill>
                <a:latin typeface="Arial"/>
                <a:ea typeface="Arial"/>
                <a:cs typeface="Arial"/>
              </a:defRPr>
            </a:lvl1pPr>
            <a:lvl2pPr>
              <a:defRPr sz="1650" b="1">
                <a:solidFill>
                  <a:srgbClr val="3B6C5C"/>
                </a:solidFill>
                <a:latin typeface="Arial"/>
                <a:ea typeface="Arial"/>
                <a:cs typeface="Arial"/>
              </a:defRPr>
            </a:lvl2pPr>
            <a:lvl3pPr>
              <a:defRPr sz="1650" b="1">
                <a:solidFill>
                  <a:srgbClr val="3B6C5C"/>
                </a:solidFill>
                <a:latin typeface="Arial"/>
                <a:ea typeface="Arial"/>
                <a:cs typeface="Arial"/>
              </a:defRPr>
            </a:lvl3pPr>
            <a:lvl4pPr>
              <a:defRPr sz="1650" b="1">
                <a:solidFill>
                  <a:srgbClr val="3B6C5C"/>
                </a:solidFill>
                <a:latin typeface="Arial"/>
                <a:ea typeface="Arial"/>
                <a:cs typeface="Arial"/>
              </a:defRPr>
            </a:lvl4pPr>
            <a:lvl5pPr>
              <a:defRPr sz="1650" b="1">
                <a:solidFill>
                  <a:srgbClr val="3B6C5C"/>
                </a:solidFill>
                <a:latin typeface="Arial"/>
                <a:ea typeface="Arial"/>
                <a:cs typeface="Arial"/>
              </a:defRPr>
            </a:lvl5pPr>
            <a:lvl6pPr>
              <a:defRPr sz="1650" b="1">
                <a:solidFill>
                  <a:srgbClr val="3B6C5C"/>
                </a:solidFill>
                <a:latin typeface="Arial"/>
                <a:ea typeface="Arial"/>
                <a:cs typeface="Arial"/>
              </a:defRPr>
            </a:lvl6pPr>
            <a:lvl7pPr>
              <a:defRPr sz="1650" b="1">
                <a:solidFill>
                  <a:srgbClr val="3B6C5C"/>
                </a:solidFill>
                <a:latin typeface="Arial"/>
                <a:ea typeface="Arial"/>
                <a:cs typeface="Arial"/>
              </a:defRPr>
            </a:lvl7pPr>
            <a:lvl8pPr>
              <a:defRPr sz="1650" b="1">
                <a:solidFill>
                  <a:srgbClr val="3B6C5C"/>
                </a:solidFill>
                <a:latin typeface="Arial"/>
                <a:ea typeface="Arial"/>
                <a:cs typeface="Arial"/>
              </a:defRPr>
            </a:lvl8pPr>
            <a:lvl9pPr>
              <a:defRPr sz="1650" b="1">
                <a:solidFill>
                  <a:srgbClr val="3B6C5C"/>
                </a:solidFill>
                <a:latin typeface="Arial"/>
                <a:ea typeface="Arial"/>
                <a:cs typeface="Arial"/>
              </a:defRPr>
            </a:lvl9pPr>
          </a:lstStyle>
          <a:p xmlns:a="http://schemas.openxmlformats.org/drawingml/2006/main">
            <a:pPr>
              <a:defRPr sz="1650" b="1">
                <a:solidFill>
                  <a:srgbClr val="3B6C5C"/>
                </a:solidFill>
                <a:latin typeface="Arial"/>
                <a:ea typeface="Arial"/>
                <a:cs typeface="Arial"/>
              </a:defRPr>
            </a:pPr>
            <a:r>
              <a:rPr sz="1650" b="1">
                <a:solidFill>
                  <a:srgbClr val="3B6C5C"/>
                </a:solidFill>
                <a:latin typeface="Arial"/>
                <a:ea typeface="Arial"/>
                <a:cs typeface="Arial"/>
              </a:rPr>
              <a:t>TH-1042</a:t>
            </a:r>
          </a:p>
        </p:txBody>
      </p:sp>
      <p:sp>
        <p:nvSpPr>
          <p:cNvPr id="6" name="">
            <a:extLst xmlns:a="http://schemas.openxmlformats.org/drawingml/2006/main">
              <a:ext uri="{FF2B5EF4-FFF2-40B4-BE49-F238E27FC236}">
                <a16:creationId xmlns:a16="http://schemas.microsoft.com/office/drawing/2014/main" id="{90AC2205-51CD-49E1-8F69-D6B46FB07E95}"/>
              </a:ext>
            </a:extLst>
          </p:cNvPr>
          <p:cNvSpPr>
            <a:spLocks xmlns:a="http://schemas.openxmlformats.org/drawingml/2006/main" noGrp="1"/>
          </p:cNvSpPr>
          <p:nvPr/>
        </p:nvSpPr>
        <p:spPr>
          <a:xfrm xmlns:a="http://schemas.openxmlformats.org/drawingml/2006/main">
            <a:off x="609600" y="2762250"/>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b="1">
                <a:solidFill>
                  <a:srgbClr val="193442"/>
                </a:solidFill>
                <a:latin typeface="Arial"/>
                <a:ea typeface="Arial"/>
                <a:cs typeface="Arial"/>
              </a:defRPr>
            </a:defPPr>
            <a:lvl1pPr>
              <a:defRPr sz="2175" b="1">
                <a:solidFill>
                  <a:srgbClr val="193442"/>
                </a:solidFill>
                <a:latin typeface="Arial"/>
                <a:ea typeface="Arial"/>
                <a:cs typeface="Arial"/>
              </a:defRPr>
            </a:lvl1pPr>
            <a:lvl2pPr>
              <a:defRPr sz="2175" b="1">
                <a:solidFill>
                  <a:srgbClr val="193442"/>
                </a:solidFill>
                <a:latin typeface="Arial"/>
                <a:ea typeface="Arial"/>
                <a:cs typeface="Arial"/>
              </a:defRPr>
            </a:lvl2pPr>
            <a:lvl3pPr>
              <a:defRPr sz="2175" b="1">
                <a:solidFill>
                  <a:srgbClr val="193442"/>
                </a:solidFill>
                <a:latin typeface="Arial"/>
                <a:ea typeface="Arial"/>
                <a:cs typeface="Arial"/>
              </a:defRPr>
            </a:lvl3pPr>
            <a:lvl4pPr>
              <a:defRPr sz="2175" b="1">
                <a:solidFill>
                  <a:srgbClr val="193442"/>
                </a:solidFill>
                <a:latin typeface="Arial"/>
                <a:ea typeface="Arial"/>
                <a:cs typeface="Arial"/>
              </a:defRPr>
            </a:lvl4pPr>
            <a:lvl5pPr>
              <a:defRPr sz="2175" b="1">
                <a:solidFill>
                  <a:srgbClr val="193442"/>
                </a:solidFill>
                <a:latin typeface="Arial"/>
                <a:ea typeface="Arial"/>
                <a:cs typeface="Arial"/>
              </a:defRPr>
            </a:lvl5pPr>
            <a:lvl6pPr>
              <a:defRPr sz="2175" b="1">
                <a:solidFill>
                  <a:srgbClr val="193442"/>
                </a:solidFill>
                <a:latin typeface="Arial"/>
                <a:ea typeface="Arial"/>
                <a:cs typeface="Arial"/>
              </a:defRPr>
            </a:lvl6pPr>
            <a:lvl7pPr>
              <a:defRPr sz="2175" b="1">
                <a:solidFill>
                  <a:srgbClr val="193442"/>
                </a:solidFill>
                <a:latin typeface="Arial"/>
                <a:ea typeface="Arial"/>
                <a:cs typeface="Arial"/>
              </a:defRPr>
            </a:lvl7pPr>
            <a:lvl8pPr>
              <a:defRPr sz="2175" b="1">
                <a:solidFill>
                  <a:srgbClr val="193442"/>
                </a:solidFill>
                <a:latin typeface="Arial"/>
                <a:ea typeface="Arial"/>
                <a:cs typeface="Arial"/>
              </a:defRPr>
            </a:lvl8pPr>
            <a:lvl9pPr>
              <a:defRPr sz="2175" b="1">
                <a:solidFill>
                  <a:srgbClr val="193442"/>
                </a:solidFill>
                <a:latin typeface="Arial"/>
                <a:ea typeface="Arial"/>
                <a:cs typeface="Arial"/>
              </a:defRPr>
            </a:lvl9pPr>
          </a:lstStyle>
          <a:p xmlns:a="http://schemas.openxmlformats.org/drawingml/2006/main">
            <a:pPr>
              <a:defRPr sz="2175" b="1">
                <a:solidFill>
                  <a:srgbClr val="193442"/>
                </a:solidFill>
                <a:latin typeface="Arial"/>
                <a:ea typeface="Arial"/>
                <a:cs typeface="Arial"/>
              </a:defRPr>
            </a:pPr>
            <a:r>
              <a:rPr sz="2175" b="1">
                <a:solidFill>
                  <a:srgbClr val="193442"/>
                </a:solidFill>
                <a:latin typeface="Arial"/>
                <a:ea typeface="Arial"/>
                <a:cs typeface="Arial"/>
              </a:rPr>
              <a:t>Calibration available</a:t>
            </a:r>
          </a:p>
        </p:txBody>
      </p:sp>
      <p:sp>
        <p:nvSpPr>
          <p:cNvPr id="7" name="">
            <a:extLst xmlns:a="http://schemas.openxmlformats.org/drawingml/2006/main">
              <a:ext uri="{FF2B5EF4-FFF2-40B4-BE49-F238E27FC236}">
                <a16:creationId xmlns:a16="http://schemas.microsoft.com/office/drawing/2014/main" id="{0114ECFA-B7E9-4BDC-A3D1-1567E6A5069E}"/>
              </a:ext>
            </a:extLst>
          </p:cNvPr>
          <p:cNvSpPr>
            <a:spLocks xmlns:a="http://schemas.openxmlformats.org/drawingml/2006/main" noGrp="1"/>
          </p:cNvSpPr>
          <p:nvPr/>
        </p:nvSpPr>
        <p:spPr>
          <a:xfrm xmlns:a="http://schemas.openxmlformats.org/drawingml/2006/main">
            <a:off x="609600" y="3286125"/>
            <a:ext cx="3667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3B6C5C"/>
                </a:solidFill>
                <a:latin typeface="Arial"/>
                <a:ea typeface="Arial"/>
                <a:cs typeface="Arial"/>
              </a:defRPr>
            </a:defPPr>
            <a:lvl1pPr>
              <a:defRPr sz="2250" b="0">
                <a:solidFill>
                  <a:srgbClr val="3B6C5C"/>
                </a:solidFill>
                <a:latin typeface="Arial"/>
                <a:ea typeface="Arial"/>
                <a:cs typeface="Arial"/>
              </a:defRPr>
            </a:lvl1pPr>
            <a:lvl2pPr>
              <a:defRPr sz="2250" b="0">
                <a:solidFill>
                  <a:srgbClr val="3B6C5C"/>
                </a:solidFill>
                <a:latin typeface="Arial"/>
                <a:ea typeface="Arial"/>
                <a:cs typeface="Arial"/>
              </a:defRPr>
            </a:lvl2pPr>
            <a:lvl3pPr>
              <a:defRPr sz="2250" b="0">
                <a:solidFill>
                  <a:srgbClr val="3B6C5C"/>
                </a:solidFill>
                <a:latin typeface="Arial"/>
                <a:ea typeface="Arial"/>
                <a:cs typeface="Arial"/>
              </a:defRPr>
            </a:lvl3pPr>
            <a:lvl4pPr>
              <a:defRPr sz="2250" b="0">
                <a:solidFill>
                  <a:srgbClr val="3B6C5C"/>
                </a:solidFill>
                <a:latin typeface="Arial"/>
                <a:ea typeface="Arial"/>
                <a:cs typeface="Arial"/>
              </a:defRPr>
            </a:lvl4pPr>
            <a:lvl5pPr>
              <a:defRPr sz="2250" b="0">
                <a:solidFill>
                  <a:srgbClr val="3B6C5C"/>
                </a:solidFill>
                <a:latin typeface="Arial"/>
                <a:ea typeface="Arial"/>
                <a:cs typeface="Arial"/>
              </a:defRPr>
            </a:lvl5pPr>
            <a:lvl6pPr>
              <a:defRPr sz="2250" b="0">
                <a:solidFill>
                  <a:srgbClr val="3B6C5C"/>
                </a:solidFill>
                <a:latin typeface="Arial"/>
                <a:ea typeface="Arial"/>
                <a:cs typeface="Arial"/>
              </a:defRPr>
            </a:lvl6pPr>
            <a:lvl7pPr>
              <a:defRPr sz="2250" b="0">
                <a:solidFill>
                  <a:srgbClr val="3B6C5C"/>
                </a:solidFill>
                <a:latin typeface="Arial"/>
                <a:ea typeface="Arial"/>
                <a:cs typeface="Arial"/>
              </a:defRPr>
            </a:lvl7pPr>
            <a:lvl8pPr>
              <a:defRPr sz="2250" b="0">
                <a:solidFill>
                  <a:srgbClr val="3B6C5C"/>
                </a:solidFill>
                <a:latin typeface="Arial"/>
                <a:ea typeface="Arial"/>
                <a:cs typeface="Arial"/>
              </a:defRPr>
            </a:lvl8pPr>
            <a:lvl9pPr>
              <a:defRPr sz="2250" b="0">
                <a:solidFill>
                  <a:srgbClr val="3B6C5C"/>
                </a:solidFill>
                <a:latin typeface="Arial"/>
                <a:ea typeface="Arial"/>
                <a:cs typeface="Arial"/>
              </a:defRPr>
            </a:lvl9pPr>
          </a:lstStyle>
          <a:p xmlns:a="http://schemas.openxmlformats.org/drawingml/2006/main">
            <a:pPr>
              <a:defRPr sz="2250" b="0">
                <a:solidFill>
                  <a:srgbClr val="3B6C5C"/>
                </a:solidFill>
                <a:latin typeface="Arial"/>
                <a:ea typeface="Arial"/>
                <a:cs typeface="Arial"/>
              </a:defRPr>
            </a:pPr>
            <a:r>
              <a:rPr sz="2250" b="0">
                <a:solidFill>
                  <a:srgbClr val="3B6C5C"/>
                </a:solidFill>
                <a:latin typeface="Arial"/>
                <a:ea typeface="Arial"/>
                <a:cs typeface="Arial"/>
              </a:rPr>
              <a:t>Sensor bias explains</a:t>
            </a:r>
          </a:p>
          <a:p xmlns:a="http://schemas.openxmlformats.org/drawingml/2006/main">
            <a:pPr>
              <a:defRPr sz="2250" b="0">
                <a:solidFill>
                  <a:srgbClr val="3B6C5C"/>
                </a:solidFill>
                <a:latin typeface="Arial"/>
                <a:ea typeface="Arial"/>
                <a:cs typeface="Arial"/>
              </a:defRPr>
            </a:pPr>
            <a:r>
              <a:rPr sz="2250" b="0">
                <a:solidFill>
                  <a:srgbClr val="3B6C5C"/>
                </a:solidFill>
                <a:latin typeface="Arial"/>
                <a:ea typeface="Arial"/>
                <a:cs typeface="Arial"/>
              </a:rPr>
              <a:t>the alarm.</a:t>
            </a:r>
          </a:p>
        </p:txBody>
      </p:sp>
      <p:sp>
        <p:nvSpPr>
          <p:cNvPr id="8" name="">
            <a:extLst xmlns:a="http://schemas.openxmlformats.org/drawingml/2006/main">
              <a:ext uri="{FF2B5EF4-FFF2-40B4-BE49-F238E27FC236}">
                <a16:creationId xmlns:a16="http://schemas.microsoft.com/office/drawing/2014/main" id="{1CF9D5D4-5967-461F-970D-BE95CAC35238}"/>
              </a:ext>
            </a:extLst>
          </p:cNvPr>
          <p:cNvSpPr>
            <a:spLocks xmlns:a="http://schemas.openxmlformats.org/drawingml/2006/main" noGrp="1"/>
          </p:cNvSpPr>
          <p:nvPr/>
        </p:nvSpPr>
        <p:spPr>
          <a:xfrm xmlns:a="http://schemas.openxmlformats.org/drawingml/2006/main">
            <a:off x="609600" y="4429125"/>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b="1">
                <a:solidFill>
                  <a:srgbClr val="193442"/>
                </a:solidFill>
                <a:latin typeface="Arial"/>
                <a:ea typeface="Arial"/>
                <a:cs typeface="Arial"/>
              </a:defRPr>
            </a:defPPr>
            <a:lvl1pPr>
              <a:defRPr sz="2175" b="1">
                <a:solidFill>
                  <a:srgbClr val="193442"/>
                </a:solidFill>
                <a:latin typeface="Arial"/>
                <a:ea typeface="Arial"/>
                <a:cs typeface="Arial"/>
              </a:defRPr>
            </a:lvl1pPr>
            <a:lvl2pPr>
              <a:defRPr sz="2175" b="1">
                <a:solidFill>
                  <a:srgbClr val="193442"/>
                </a:solidFill>
                <a:latin typeface="Arial"/>
                <a:ea typeface="Arial"/>
                <a:cs typeface="Arial"/>
              </a:defRPr>
            </a:lvl2pPr>
            <a:lvl3pPr>
              <a:defRPr sz="2175" b="1">
                <a:solidFill>
                  <a:srgbClr val="193442"/>
                </a:solidFill>
                <a:latin typeface="Arial"/>
                <a:ea typeface="Arial"/>
                <a:cs typeface="Arial"/>
              </a:defRPr>
            </a:lvl3pPr>
            <a:lvl4pPr>
              <a:defRPr sz="2175" b="1">
                <a:solidFill>
                  <a:srgbClr val="193442"/>
                </a:solidFill>
                <a:latin typeface="Arial"/>
                <a:ea typeface="Arial"/>
                <a:cs typeface="Arial"/>
              </a:defRPr>
            </a:lvl4pPr>
            <a:lvl5pPr>
              <a:defRPr sz="2175" b="1">
                <a:solidFill>
                  <a:srgbClr val="193442"/>
                </a:solidFill>
                <a:latin typeface="Arial"/>
                <a:ea typeface="Arial"/>
                <a:cs typeface="Arial"/>
              </a:defRPr>
            </a:lvl5pPr>
            <a:lvl6pPr>
              <a:defRPr sz="2175" b="1">
                <a:solidFill>
                  <a:srgbClr val="193442"/>
                </a:solidFill>
                <a:latin typeface="Arial"/>
                <a:ea typeface="Arial"/>
                <a:cs typeface="Arial"/>
              </a:defRPr>
            </a:lvl6pPr>
            <a:lvl7pPr>
              <a:defRPr sz="2175" b="1">
                <a:solidFill>
                  <a:srgbClr val="193442"/>
                </a:solidFill>
                <a:latin typeface="Arial"/>
                <a:ea typeface="Arial"/>
                <a:cs typeface="Arial"/>
              </a:defRPr>
            </a:lvl7pPr>
            <a:lvl8pPr>
              <a:defRPr sz="2175" b="1">
                <a:solidFill>
                  <a:srgbClr val="193442"/>
                </a:solidFill>
                <a:latin typeface="Arial"/>
                <a:ea typeface="Arial"/>
                <a:cs typeface="Arial"/>
              </a:defRPr>
            </a:lvl8pPr>
            <a:lvl9pPr>
              <a:defRPr sz="2175" b="1">
                <a:solidFill>
                  <a:srgbClr val="193442"/>
                </a:solidFill>
                <a:latin typeface="Arial"/>
                <a:ea typeface="Arial"/>
                <a:cs typeface="Arial"/>
              </a:defRPr>
            </a:lvl9pPr>
          </a:lstStyle>
          <a:p xmlns:a="http://schemas.openxmlformats.org/drawingml/2006/main">
            <a:pPr>
              <a:defRPr sz="2175" b="1">
                <a:solidFill>
                  <a:srgbClr val="193442"/>
                </a:solidFill>
                <a:latin typeface="Arial"/>
                <a:ea typeface="Arial"/>
                <a:cs typeface="Arial"/>
              </a:defRPr>
            </a:pPr>
            <a:r>
              <a:rPr sz="2175" b="1">
                <a:solidFill>
                  <a:srgbClr val="193442"/>
                </a:solidFill>
                <a:latin typeface="Arial"/>
                <a:ea typeface="Arial"/>
                <a:cs typeface="Arial"/>
              </a:rPr>
              <a:t>Calibration withheld</a:t>
            </a:r>
          </a:p>
        </p:txBody>
      </p:sp>
      <p:sp>
        <p:nvSpPr>
          <p:cNvPr id="9" name="">
            <a:extLst xmlns:a="http://schemas.openxmlformats.org/drawingml/2006/main">
              <a:ext uri="{FF2B5EF4-FFF2-40B4-BE49-F238E27FC236}">
                <a16:creationId xmlns:a16="http://schemas.microsoft.com/office/drawing/2014/main" id="{A0DCB7A5-DA2B-4339-B006-FDAAEF18DB0C}"/>
              </a:ext>
            </a:extLst>
          </p:cNvPr>
          <p:cNvSpPr>
            <a:spLocks xmlns:a="http://schemas.openxmlformats.org/drawingml/2006/main" noGrp="1"/>
          </p:cNvSpPr>
          <p:nvPr/>
        </p:nvSpPr>
        <p:spPr>
          <a:xfrm xmlns:a="http://schemas.openxmlformats.org/drawingml/2006/main">
            <a:off x="609600" y="4953000"/>
            <a:ext cx="3667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8B623E"/>
                </a:solidFill>
                <a:latin typeface="Arial"/>
                <a:ea typeface="Arial"/>
                <a:cs typeface="Arial"/>
              </a:defRPr>
            </a:defPPr>
            <a:lvl1pPr>
              <a:defRPr sz="2250" b="0">
                <a:solidFill>
                  <a:srgbClr val="8B623E"/>
                </a:solidFill>
                <a:latin typeface="Arial"/>
                <a:ea typeface="Arial"/>
                <a:cs typeface="Arial"/>
              </a:defRPr>
            </a:lvl1pPr>
            <a:lvl2pPr>
              <a:defRPr sz="2250" b="0">
                <a:solidFill>
                  <a:srgbClr val="8B623E"/>
                </a:solidFill>
                <a:latin typeface="Arial"/>
                <a:ea typeface="Arial"/>
                <a:cs typeface="Arial"/>
              </a:defRPr>
            </a:lvl2pPr>
            <a:lvl3pPr>
              <a:defRPr sz="2250" b="0">
                <a:solidFill>
                  <a:srgbClr val="8B623E"/>
                </a:solidFill>
                <a:latin typeface="Arial"/>
                <a:ea typeface="Arial"/>
                <a:cs typeface="Arial"/>
              </a:defRPr>
            </a:lvl3pPr>
            <a:lvl4pPr>
              <a:defRPr sz="2250" b="0">
                <a:solidFill>
                  <a:srgbClr val="8B623E"/>
                </a:solidFill>
                <a:latin typeface="Arial"/>
                <a:ea typeface="Arial"/>
                <a:cs typeface="Arial"/>
              </a:defRPr>
            </a:lvl4pPr>
            <a:lvl5pPr>
              <a:defRPr sz="2250" b="0">
                <a:solidFill>
                  <a:srgbClr val="8B623E"/>
                </a:solidFill>
                <a:latin typeface="Arial"/>
                <a:ea typeface="Arial"/>
                <a:cs typeface="Arial"/>
              </a:defRPr>
            </a:lvl5pPr>
            <a:lvl6pPr>
              <a:defRPr sz="2250" b="0">
                <a:solidFill>
                  <a:srgbClr val="8B623E"/>
                </a:solidFill>
                <a:latin typeface="Arial"/>
                <a:ea typeface="Arial"/>
                <a:cs typeface="Arial"/>
              </a:defRPr>
            </a:lvl6pPr>
            <a:lvl7pPr>
              <a:defRPr sz="2250" b="0">
                <a:solidFill>
                  <a:srgbClr val="8B623E"/>
                </a:solidFill>
                <a:latin typeface="Arial"/>
                <a:ea typeface="Arial"/>
                <a:cs typeface="Arial"/>
              </a:defRPr>
            </a:lvl7pPr>
            <a:lvl8pPr>
              <a:defRPr sz="2250" b="0">
                <a:solidFill>
                  <a:srgbClr val="8B623E"/>
                </a:solidFill>
                <a:latin typeface="Arial"/>
                <a:ea typeface="Arial"/>
                <a:cs typeface="Arial"/>
              </a:defRPr>
            </a:lvl8pPr>
            <a:lvl9pPr>
              <a:defRPr sz="2250" b="0">
                <a:solidFill>
                  <a:srgbClr val="8B623E"/>
                </a:solidFill>
                <a:latin typeface="Arial"/>
                <a:ea typeface="Arial"/>
                <a:cs typeface="Arial"/>
              </a:defRPr>
            </a:lvl9pPr>
          </a:lstStyle>
          <a:p xmlns:a="http://schemas.openxmlformats.org/drawingml/2006/main">
            <a:pPr>
              <a:defRPr sz="2250" b="0">
                <a:solidFill>
                  <a:srgbClr val="8B623E"/>
                </a:solidFill>
                <a:latin typeface="Arial"/>
                <a:ea typeface="Arial"/>
                <a:cs typeface="Arial"/>
              </a:defRPr>
            </a:pPr>
            <a:r>
              <a:rPr sz="2250" b="0">
                <a:solidFill>
                  <a:srgbClr val="8B623E"/>
                </a:solidFill>
                <a:latin typeface="Arial"/>
                <a:ea typeface="Arial"/>
                <a:cs typeface="Arial"/>
              </a:rPr>
              <a:t>Abstain: evidence</a:t>
            </a:r>
          </a:p>
          <a:p xmlns:a="http://schemas.openxmlformats.org/drawingml/2006/main">
            <a:pPr>
              <a:defRPr sz="2250" b="0">
                <a:solidFill>
                  <a:srgbClr val="8B623E"/>
                </a:solidFill>
                <a:latin typeface="Arial"/>
                <a:ea typeface="Arial"/>
                <a:cs typeface="Arial"/>
              </a:defRPr>
            </a:pPr>
            <a:r>
              <a:rPr sz="2250" b="0">
                <a:solidFill>
                  <a:srgbClr val="8B623E"/>
                </a:solidFill>
                <a:latin typeface="Arial"/>
                <a:ea typeface="Arial"/>
                <a:cs typeface="Arial"/>
              </a:rPr>
              <a:t>is incomplete.</a:t>
            </a:r>
          </a:p>
        </p:txBody>
      </p:sp>
      <p:pic>
        <p:nvPicPr>
          <p:cNvPr id="10" name="">
            <a:extLst xmlns:a="http://schemas.openxmlformats.org/drawingml/2006/main">
              <a:ext uri="{FF2B5EF4-FFF2-40B4-BE49-F238E27FC236}">
                <a16:creationId xmlns:a16="http://schemas.microsoft.com/office/drawing/2014/main" id="{7FD58F54-09CA-4026-8BB8-9129DF815987}"/>
              </a:ext>
            </a:extLst>
          </p:cNvPr>
          <p:cNvPicPr>
            <a:picLocks xmlns:a="http://schemas.openxmlformats.org/drawingml/2006/main" noChangeAspect="1"/>
          </p:cNvPicPr>
          <p:nvPr/>
        </p:nvPicPr>
        <p:blipFill>
          <a:blip xmlns:r="http://schemas.openxmlformats.org/officeDocument/2006/relationships" xmlns:a="http://schemas.openxmlformats.org/drawingml/2006/main" r:embed="R8de5d605cd1a4543"/>
          <a:srcRect xmlns:a="http://schemas.openxmlformats.org/drawingml/2006/main" l="44000" t="37000" r="3000" b="35000"/>
          <a:stretch xmlns:a="http://schemas.openxmlformats.org/drawingml/2006/main"/>
        </p:blipFill>
        <p:spPr>
          <a:xfrm xmlns:a="http://schemas.openxmlformats.org/drawingml/2006/main">
            <a:off x="4619625" y="2095500"/>
            <a:ext cx="6953250" cy="3857625"/>
          </a:xfrm>
          <a:prstGeom xmlns:a="http://schemas.openxmlformats.org/drawingml/2006/main" prst="rect">
            <a:avLst/>
          </a:prstGeom>
        </p:spPr>
      </p:pic>
    </p:spTree>
    <p:extLst>
      <p:ext uri="{BB962C8B-B14F-4D97-AF65-F5344CB8AC3E}">
        <p14:creationId xmlns:p14="http://schemas.microsoft.com/office/powerpoint/2010/main" val="54747695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14AE120-E44D-4901-B9E2-AB30E4BE8109}"/>
              </a:ext>
            </a:extLst>
          </p:cNvPr>
          <p:cNvSpPr>
            <a:spLocks xmlns:a="http://schemas.openxmlformats.org/drawingml/2006/main" noGrp="1"/>
          </p:cNvSpPr>
          <p:nvPr/>
        </p:nvSpPr>
        <p:spPr>
          <a:xfrm xmlns:a="http://schemas.openxmlformats.org/drawingml/2006/main">
            <a:off x="609600" y="3810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3B6C5C"/>
                </a:solidFill>
                <a:latin typeface="Arial"/>
                <a:ea typeface="Arial"/>
                <a:cs typeface="Arial"/>
              </a:defRPr>
            </a:defPPr>
            <a:lvl1pPr>
              <a:defRPr sz="1350" b="1">
                <a:solidFill>
                  <a:srgbClr val="3B6C5C"/>
                </a:solidFill>
                <a:latin typeface="Arial"/>
                <a:ea typeface="Arial"/>
                <a:cs typeface="Arial"/>
              </a:defRPr>
            </a:lvl1pPr>
            <a:lvl2pPr>
              <a:defRPr sz="1350" b="1">
                <a:solidFill>
                  <a:srgbClr val="3B6C5C"/>
                </a:solidFill>
                <a:latin typeface="Arial"/>
                <a:ea typeface="Arial"/>
                <a:cs typeface="Arial"/>
              </a:defRPr>
            </a:lvl2pPr>
            <a:lvl3pPr>
              <a:defRPr sz="1350" b="1">
                <a:solidFill>
                  <a:srgbClr val="3B6C5C"/>
                </a:solidFill>
                <a:latin typeface="Arial"/>
                <a:ea typeface="Arial"/>
                <a:cs typeface="Arial"/>
              </a:defRPr>
            </a:lvl3pPr>
            <a:lvl4pPr>
              <a:defRPr sz="1350" b="1">
                <a:solidFill>
                  <a:srgbClr val="3B6C5C"/>
                </a:solidFill>
                <a:latin typeface="Arial"/>
                <a:ea typeface="Arial"/>
                <a:cs typeface="Arial"/>
              </a:defRPr>
            </a:lvl4pPr>
            <a:lvl5pPr>
              <a:defRPr sz="1350" b="1">
                <a:solidFill>
                  <a:srgbClr val="3B6C5C"/>
                </a:solidFill>
                <a:latin typeface="Arial"/>
                <a:ea typeface="Arial"/>
                <a:cs typeface="Arial"/>
              </a:defRPr>
            </a:lvl5pPr>
            <a:lvl6pPr>
              <a:defRPr sz="1350" b="1">
                <a:solidFill>
                  <a:srgbClr val="3B6C5C"/>
                </a:solidFill>
                <a:latin typeface="Arial"/>
                <a:ea typeface="Arial"/>
                <a:cs typeface="Arial"/>
              </a:defRPr>
            </a:lvl6pPr>
            <a:lvl7pPr>
              <a:defRPr sz="1350" b="1">
                <a:solidFill>
                  <a:srgbClr val="3B6C5C"/>
                </a:solidFill>
                <a:latin typeface="Arial"/>
                <a:ea typeface="Arial"/>
                <a:cs typeface="Arial"/>
              </a:defRPr>
            </a:lvl7pPr>
            <a:lvl8pPr>
              <a:defRPr sz="1350" b="1">
                <a:solidFill>
                  <a:srgbClr val="3B6C5C"/>
                </a:solidFill>
                <a:latin typeface="Arial"/>
                <a:ea typeface="Arial"/>
                <a:cs typeface="Arial"/>
              </a:defRPr>
            </a:lvl8pPr>
            <a:lvl9pPr>
              <a:defRPr sz="1350" b="1">
                <a:solidFill>
                  <a:srgbClr val="3B6C5C"/>
                </a:solidFill>
                <a:latin typeface="Arial"/>
                <a:ea typeface="Arial"/>
                <a:cs typeface="Arial"/>
              </a:defRPr>
            </a:lvl9pPr>
          </a:lstStyle>
          <a:p xmlns:a="http://schemas.openxmlformats.org/drawingml/2006/main">
            <a:pPr>
              <a:defRPr sz="1350" b="1">
                <a:solidFill>
                  <a:srgbClr val="3B6C5C"/>
                </a:solidFill>
                <a:latin typeface="Arial"/>
                <a:ea typeface="Arial"/>
                <a:cs typeface="Arial"/>
              </a:defRPr>
            </a:pPr>
            <a:r>
              <a:rPr sz="1350" b="1">
                <a:solidFill>
                  <a:srgbClr val="3B6C5C"/>
                </a:solidFill>
                <a:latin typeface="Arial"/>
                <a:ea typeface="Arial"/>
                <a:cs typeface="Arial"/>
              </a:rPr>
              <a:t>PRODUCT AND EVALUATION</a:t>
            </a:r>
          </a:p>
        </p:txBody>
      </p:sp>
      <p:sp>
        <p:nvSpPr>
          <p:cNvPr id="2" name="">
            <a:extLst xmlns:a="http://schemas.openxmlformats.org/drawingml/2006/main">
              <a:ext uri="{FF2B5EF4-FFF2-40B4-BE49-F238E27FC236}">
                <a16:creationId xmlns:a16="http://schemas.microsoft.com/office/drawing/2014/main" id="{C770F223-CDA6-4490-9000-5D0AAC5BC870}"/>
              </a:ext>
            </a:extLst>
          </p:cNvPr>
          <p:cNvSpPr>
            <a:spLocks xmlns:a="http://schemas.openxmlformats.org/drawingml/2006/main" noGrp="1"/>
          </p:cNvSpPr>
          <p:nvPr/>
        </p:nvSpPr>
        <p:spPr>
          <a:xfrm xmlns:a="http://schemas.openxmlformats.org/drawingml/2006/main">
            <a:off x="609600" y="904875"/>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93442"/>
                </a:solidFill>
                <a:latin typeface="Arial"/>
                <a:ea typeface="Arial"/>
                <a:cs typeface="Arial"/>
              </a:defRPr>
            </a:defPPr>
            <a:lvl1pPr>
              <a:defRPr sz="3300" b="1">
                <a:solidFill>
                  <a:srgbClr val="193442"/>
                </a:solidFill>
                <a:latin typeface="Arial"/>
                <a:ea typeface="Arial"/>
                <a:cs typeface="Arial"/>
              </a:defRPr>
            </a:lvl1pPr>
            <a:lvl2pPr>
              <a:defRPr sz="3300" b="1">
                <a:solidFill>
                  <a:srgbClr val="193442"/>
                </a:solidFill>
                <a:latin typeface="Arial"/>
                <a:ea typeface="Arial"/>
                <a:cs typeface="Arial"/>
              </a:defRPr>
            </a:lvl2pPr>
            <a:lvl3pPr>
              <a:defRPr sz="3300" b="1">
                <a:solidFill>
                  <a:srgbClr val="193442"/>
                </a:solidFill>
                <a:latin typeface="Arial"/>
                <a:ea typeface="Arial"/>
                <a:cs typeface="Arial"/>
              </a:defRPr>
            </a:lvl3pPr>
            <a:lvl4pPr>
              <a:defRPr sz="3300" b="1">
                <a:solidFill>
                  <a:srgbClr val="193442"/>
                </a:solidFill>
                <a:latin typeface="Arial"/>
                <a:ea typeface="Arial"/>
                <a:cs typeface="Arial"/>
              </a:defRPr>
            </a:lvl4pPr>
            <a:lvl5pPr>
              <a:defRPr sz="3300" b="1">
                <a:solidFill>
                  <a:srgbClr val="193442"/>
                </a:solidFill>
                <a:latin typeface="Arial"/>
                <a:ea typeface="Arial"/>
                <a:cs typeface="Arial"/>
              </a:defRPr>
            </a:lvl5pPr>
            <a:lvl6pPr>
              <a:defRPr sz="3300" b="1">
                <a:solidFill>
                  <a:srgbClr val="193442"/>
                </a:solidFill>
                <a:latin typeface="Arial"/>
                <a:ea typeface="Arial"/>
                <a:cs typeface="Arial"/>
              </a:defRPr>
            </a:lvl6pPr>
            <a:lvl7pPr>
              <a:defRPr sz="3300" b="1">
                <a:solidFill>
                  <a:srgbClr val="193442"/>
                </a:solidFill>
                <a:latin typeface="Arial"/>
                <a:ea typeface="Arial"/>
                <a:cs typeface="Arial"/>
              </a:defRPr>
            </a:lvl7pPr>
            <a:lvl8pPr>
              <a:defRPr sz="3300" b="1">
                <a:solidFill>
                  <a:srgbClr val="193442"/>
                </a:solidFill>
                <a:latin typeface="Arial"/>
                <a:ea typeface="Arial"/>
                <a:cs typeface="Arial"/>
              </a:defRPr>
            </a:lvl8pPr>
            <a:lvl9pPr>
              <a:defRPr sz="3300" b="1">
                <a:solidFill>
                  <a:srgbClr val="193442"/>
                </a:solidFill>
                <a:latin typeface="Arial"/>
                <a:ea typeface="Arial"/>
                <a:cs typeface="Arial"/>
              </a:defRPr>
            </a:lvl9pPr>
          </a:lstStyle>
          <a:p xmlns:a="http://schemas.openxmlformats.org/drawingml/2006/main">
            <a:pPr>
              <a:defRPr sz="3300" b="1">
                <a:solidFill>
                  <a:srgbClr val="193442"/>
                </a:solidFill>
                <a:latin typeface="Arial"/>
                <a:ea typeface="Arial"/>
                <a:cs typeface="Arial"/>
              </a:defRPr>
            </a:pPr>
            <a:r>
              <a:rPr sz="3300" b="1">
                <a:solidFill>
                  <a:srgbClr val="193442"/>
                </a:solidFill>
                <a:latin typeface="Arial"/>
                <a:ea typeface="Arial"/>
                <a:cs typeface="Arial"/>
              </a:rPr>
              <a:t>Different records produce different conclusions</a:t>
            </a:r>
          </a:p>
        </p:txBody>
      </p:sp>
      <p:sp>
        <p:nvSpPr>
          <p:cNvPr id="3" name="">
            <a:extLst xmlns:a="http://schemas.openxmlformats.org/drawingml/2006/main">
              <a:ext uri="{FF2B5EF4-FFF2-40B4-BE49-F238E27FC236}">
                <a16:creationId xmlns:a16="http://schemas.microsoft.com/office/drawing/2014/main" id="{3CC5C434-4E1A-4224-B2C0-E497690463BD}"/>
              </a:ext>
            </a:extLst>
          </p:cNvPr>
          <p:cNvSpPr>
            <a:spLocks xmlns:a="http://schemas.openxmlformats.org/drawingml/2006/main" noGrp="1"/>
          </p:cNvSpPr>
          <p:nvPr/>
        </p:nvSpPr>
        <p:spPr>
          <a:xfrm xmlns:a="http://schemas.openxmlformats.org/drawingml/2006/main">
            <a:off x="609600" y="6381750"/>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64747C"/>
                </a:solidFill>
                <a:latin typeface="Arial"/>
                <a:ea typeface="Arial"/>
                <a:cs typeface="Arial"/>
              </a:defRPr>
            </a:defPPr>
            <a:lvl1pPr>
              <a:defRPr sz="975" b="0">
                <a:solidFill>
                  <a:srgbClr val="64747C"/>
                </a:solidFill>
                <a:latin typeface="Arial"/>
                <a:ea typeface="Arial"/>
                <a:cs typeface="Arial"/>
              </a:defRPr>
            </a:lvl1pPr>
            <a:lvl2pPr>
              <a:defRPr sz="975" b="0">
                <a:solidFill>
                  <a:srgbClr val="64747C"/>
                </a:solidFill>
                <a:latin typeface="Arial"/>
                <a:ea typeface="Arial"/>
                <a:cs typeface="Arial"/>
              </a:defRPr>
            </a:lvl2pPr>
            <a:lvl3pPr>
              <a:defRPr sz="975" b="0">
                <a:solidFill>
                  <a:srgbClr val="64747C"/>
                </a:solidFill>
                <a:latin typeface="Arial"/>
                <a:ea typeface="Arial"/>
                <a:cs typeface="Arial"/>
              </a:defRPr>
            </a:lvl3pPr>
            <a:lvl4pPr>
              <a:defRPr sz="975" b="0">
                <a:solidFill>
                  <a:srgbClr val="64747C"/>
                </a:solidFill>
                <a:latin typeface="Arial"/>
                <a:ea typeface="Arial"/>
                <a:cs typeface="Arial"/>
              </a:defRPr>
            </a:lvl4pPr>
            <a:lvl5pPr>
              <a:defRPr sz="975" b="0">
                <a:solidFill>
                  <a:srgbClr val="64747C"/>
                </a:solidFill>
                <a:latin typeface="Arial"/>
                <a:ea typeface="Arial"/>
                <a:cs typeface="Arial"/>
              </a:defRPr>
            </a:lvl5pPr>
            <a:lvl6pPr>
              <a:defRPr sz="975" b="0">
                <a:solidFill>
                  <a:srgbClr val="64747C"/>
                </a:solidFill>
                <a:latin typeface="Arial"/>
                <a:ea typeface="Arial"/>
                <a:cs typeface="Arial"/>
              </a:defRPr>
            </a:lvl6pPr>
            <a:lvl7pPr>
              <a:defRPr sz="975" b="0">
                <a:solidFill>
                  <a:srgbClr val="64747C"/>
                </a:solidFill>
                <a:latin typeface="Arial"/>
                <a:ea typeface="Arial"/>
                <a:cs typeface="Arial"/>
              </a:defRPr>
            </a:lvl7pPr>
            <a:lvl8pPr>
              <a:defRPr sz="975" b="0">
                <a:solidFill>
                  <a:srgbClr val="64747C"/>
                </a:solidFill>
                <a:latin typeface="Arial"/>
                <a:ea typeface="Arial"/>
                <a:cs typeface="Arial"/>
              </a:defRPr>
            </a:lvl8pPr>
            <a:lvl9pPr>
              <a:defRPr sz="975" b="0">
                <a:solidFill>
                  <a:srgbClr val="64747C"/>
                </a:solidFill>
                <a:latin typeface="Arial"/>
                <a:ea typeface="Arial"/>
                <a:cs typeface="Arial"/>
              </a:defRPr>
            </a:lvl9pPr>
          </a:lstStyle>
          <a:p xmlns:a="http://schemas.openxmlformats.org/drawingml/2006/main">
            <a:pPr>
              <a:defRPr sz="975" b="0">
                <a:solidFill>
                  <a:srgbClr val="64747C"/>
                </a:solidFill>
                <a:latin typeface="Arial"/>
                <a:ea typeface="Arial"/>
                <a:cs typeface="Arial"/>
              </a:defRPr>
            </a:pPr>
            <a:r>
              <a:rPr sz="975" b="0">
                <a:solidFill>
                  <a:srgbClr val="64747C"/>
                </a:solidFill>
                <a:latin typeface="Arial"/>
                <a:ea typeface="Arial"/>
                <a:cs typeface="Arial"/>
              </a:rPr>
              <a:t>TRACEHARBOR  /  OPEN AGENT HACKATHON 2026</a:t>
            </a:r>
          </a:p>
        </p:txBody>
      </p:sp>
      <p:sp>
        <p:nvSpPr>
          <p:cNvPr id="4" name="">
            <a:extLst xmlns:a="http://schemas.openxmlformats.org/drawingml/2006/main">
              <a:ext uri="{FF2B5EF4-FFF2-40B4-BE49-F238E27FC236}">
                <a16:creationId xmlns:a16="http://schemas.microsoft.com/office/drawing/2014/main" id="{FBC00C0B-D26A-4220-9870-AE5BF74E6BD1}"/>
              </a:ext>
            </a:extLst>
          </p:cNvPr>
          <p:cNvSpPr>
            <a:spLocks xmlns:a="http://schemas.openxmlformats.org/drawingml/2006/main" noGrp="1"/>
          </p:cNvSpPr>
          <p:nvPr/>
        </p:nvSpPr>
        <p:spPr>
          <a:xfrm xmlns:a="http://schemas.openxmlformats.org/drawingml/2006/main">
            <a:off x="11239500" y="633412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00" b="0">
                <a:solidFill>
                  <a:srgbClr val="64747C"/>
                </a:solidFill>
                <a:latin typeface="Arial"/>
                <a:ea typeface="Arial"/>
                <a:cs typeface="Arial"/>
              </a:defRPr>
            </a:defPPr>
            <a:lvl1pPr>
              <a:defRPr sz="1200" b="0">
                <a:solidFill>
                  <a:srgbClr val="64747C"/>
                </a:solidFill>
                <a:latin typeface="Arial"/>
                <a:ea typeface="Arial"/>
                <a:cs typeface="Arial"/>
              </a:defRPr>
            </a:lvl1pPr>
            <a:lvl2pPr>
              <a:defRPr sz="1200" b="0">
                <a:solidFill>
                  <a:srgbClr val="64747C"/>
                </a:solidFill>
                <a:latin typeface="Arial"/>
                <a:ea typeface="Arial"/>
                <a:cs typeface="Arial"/>
              </a:defRPr>
            </a:lvl2pPr>
            <a:lvl3pPr>
              <a:defRPr sz="1200" b="0">
                <a:solidFill>
                  <a:srgbClr val="64747C"/>
                </a:solidFill>
                <a:latin typeface="Arial"/>
                <a:ea typeface="Arial"/>
                <a:cs typeface="Arial"/>
              </a:defRPr>
            </a:lvl3pPr>
            <a:lvl4pPr>
              <a:defRPr sz="1200" b="0">
                <a:solidFill>
                  <a:srgbClr val="64747C"/>
                </a:solidFill>
                <a:latin typeface="Arial"/>
                <a:ea typeface="Arial"/>
                <a:cs typeface="Arial"/>
              </a:defRPr>
            </a:lvl4pPr>
            <a:lvl5pPr>
              <a:defRPr sz="1200" b="0">
                <a:solidFill>
                  <a:srgbClr val="64747C"/>
                </a:solidFill>
                <a:latin typeface="Arial"/>
                <a:ea typeface="Arial"/>
                <a:cs typeface="Arial"/>
              </a:defRPr>
            </a:lvl5pPr>
            <a:lvl6pPr>
              <a:defRPr sz="1200" b="0">
                <a:solidFill>
                  <a:srgbClr val="64747C"/>
                </a:solidFill>
                <a:latin typeface="Arial"/>
                <a:ea typeface="Arial"/>
                <a:cs typeface="Arial"/>
              </a:defRPr>
            </a:lvl6pPr>
            <a:lvl7pPr>
              <a:defRPr sz="1200" b="0">
                <a:solidFill>
                  <a:srgbClr val="64747C"/>
                </a:solidFill>
                <a:latin typeface="Arial"/>
                <a:ea typeface="Arial"/>
                <a:cs typeface="Arial"/>
              </a:defRPr>
            </a:lvl7pPr>
            <a:lvl8pPr>
              <a:defRPr sz="1200" b="0">
                <a:solidFill>
                  <a:srgbClr val="64747C"/>
                </a:solidFill>
                <a:latin typeface="Arial"/>
                <a:ea typeface="Arial"/>
                <a:cs typeface="Arial"/>
              </a:defRPr>
            </a:lvl8pPr>
            <a:lvl9pPr>
              <a:defRPr sz="1200" b="0">
                <a:solidFill>
                  <a:srgbClr val="64747C"/>
                </a:solidFill>
                <a:latin typeface="Arial"/>
                <a:ea typeface="Arial"/>
                <a:cs typeface="Arial"/>
              </a:defRPr>
            </a:lvl9pPr>
          </a:lstStyle>
          <a:p xmlns:a="http://schemas.openxmlformats.org/drawingml/2006/main">
            <a:pPr>
              <a:defRPr sz="1200" b="0">
                <a:solidFill>
                  <a:srgbClr val="64747C"/>
                </a:solidFill>
                <a:latin typeface="Arial"/>
                <a:ea typeface="Arial"/>
                <a:cs typeface="Arial"/>
              </a:defRPr>
            </a:pPr>
            <a:r>
              <a:rPr sz="1200" b="0">
                <a:solidFill>
                  <a:srgbClr val="64747C"/>
                </a:solidFill>
                <a:latin typeface="Arial"/>
                <a:ea typeface="Arial"/>
                <a:cs typeface="Arial"/>
              </a:rPr>
              <a:t>7</a:t>
            </a:r>
          </a:p>
        </p:txBody>
      </p:sp>
      <p:graphicFrame>
        <p:nvGraphicFramePr>
          <p:cNvPr id="5" name="">
            <a:extLst xmlns:a="http://schemas.openxmlformats.org/drawingml/2006/main">
              <a:ext uri="{FF2B5EF4-FFF2-40B4-BE49-F238E27FC236}">
                <a16:creationId xmlns:a16="http://schemas.microsoft.com/office/drawing/2014/main" id="{4020C259-E460-48D4-986D-02DEA9762FBA}"/>
              </a:ext>
            </a:extLst>
          </p:cNvPr>
          <p:cNvGraphicFramePr/>
          <p:nvPr/>
        </p:nvGraphicFramePr>
        <p:xfrm>
          <a:off xmlns:a="http://schemas.openxmlformats.org/drawingml/2006/main" x="609600" y="2047875"/>
          <a:ext xmlns:a="http://schemas.openxmlformats.org/drawingml/2006/main" cx="10972800" cy="3429000"/>
        </p:xfrm>
        <a:graphic xmlns:a="http://schemas.openxmlformats.org/drawingml/2006/main">
          <a:graphicData uri="http://schemas.openxmlformats.org/drawingml/2006/table">
            <a:tbl>
              <a:tblPr/>
              <a:tblGrid>
                <a:gridCol w="2238375"/>
                <a:gridCol w="5429250"/>
                <a:gridCol w="3305175"/>
              </a:tblGrid>
              <a:tr h="685800">
                <a:tc>
                  <a:txBody>
                    <a:bodyPr/>
                    <a:lstStyle/>
                    <a:p>
                      <a:r>
                        <a:rPr sz="1650" b="1">
                          <a:solidFill>
                            <a:srgbClr val="FFFFFF"/>
                          </a:solidFill>
                          <a:latin typeface="Arial"/>
                          <a:ea typeface="Arial"/>
                          <a:cs typeface="Arial"/>
                        </a:rPr>
                        <a:t>Synthetic case</a:t>
                      </a:r>
                    </a:p>
                  </a:txBody>
                  <a:tcPr marL="91440" marR="91440" marT="45720" marB="45720">
                    <a:lnL w="9525">
                      <a:solidFill>
                        <a:srgbClr val="DBE2E5"/>
                      </a:solidFill>
                      <a:prstDash val="solid"/>
                    </a:lnL>
                    <a:lnR w="9525">
                      <a:solidFill>
                        <a:srgbClr val="DBE2E5"/>
                      </a:solidFill>
                      <a:prstDash val="solid"/>
                    </a:lnR>
                    <a:lnT w="9525">
                      <a:solidFill>
                        <a:srgbClr val="DBE2E5"/>
                      </a:solidFill>
                      <a:prstDash val="solid"/>
                    </a:lnT>
                    <a:lnB w="9525">
                      <a:solidFill>
                        <a:srgbClr val="DBE2E5"/>
                      </a:solidFill>
                      <a:prstDash val="solid"/>
                    </a:lnB>
                    <a:solidFill>
                      <a:srgbClr val="193442"/>
                    </a:solidFill>
                  </a:tcPr>
                </a:tc>
                <a:tc>
                  <a:txBody>
                    <a:bodyPr/>
                    <a:lstStyle/>
                    <a:p>
                      <a:r>
                        <a:rPr sz="1650" b="1">
                          <a:solidFill>
                            <a:srgbClr val="FFFFFF"/>
                          </a:solidFill>
                          <a:latin typeface="Arial"/>
                          <a:ea typeface="Arial"/>
                          <a:cs typeface="Arial"/>
                        </a:rPr>
                        <a:t>What the evidence tests</a:t>
                      </a:r>
                    </a:p>
                  </a:txBody>
                  <a:tcPr marL="91440" marR="91440" marT="45720" marB="45720">
                    <a:lnR w="9525">
                      <a:solidFill>
                        <a:srgbClr val="DBE2E5"/>
                      </a:solidFill>
                      <a:prstDash val="solid"/>
                    </a:lnR>
                    <a:lnT w="9525">
                      <a:solidFill>
                        <a:srgbClr val="DBE2E5"/>
                      </a:solidFill>
                      <a:prstDash val="solid"/>
                    </a:lnT>
                    <a:lnB w="9525">
                      <a:solidFill>
                        <a:srgbClr val="DBE2E5"/>
                      </a:solidFill>
                      <a:prstDash val="solid"/>
                    </a:lnB>
                    <a:solidFill>
                      <a:srgbClr val="193442"/>
                    </a:solidFill>
                  </a:tcPr>
                </a:tc>
                <a:tc>
                  <a:txBody>
                    <a:bodyPr/>
                    <a:lstStyle/>
                    <a:p>
                      <a:r>
                        <a:rPr sz="1650" b="1">
                          <a:solidFill>
                            <a:srgbClr val="FFFFFF"/>
                          </a:solidFill>
                          <a:latin typeface="Arial"/>
                          <a:ea typeface="Arial"/>
                          <a:cs typeface="Arial"/>
                        </a:rPr>
                        <a:t>Computed result</a:t>
                      </a:r>
                    </a:p>
                  </a:txBody>
                  <a:tcPr marL="91440" marR="91440" marT="45720" marB="45720">
                    <a:lnR w="9525">
                      <a:solidFill>
                        <a:srgbClr val="DBE2E5"/>
                      </a:solidFill>
                      <a:prstDash val="solid"/>
                    </a:lnR>
                    <a:lnT w="9525">
                      <a:solidFill>
                        <a:srgbClr val="DBE2E5"/>
                      </a:solidFill>
                      <a:prstDash val="solid"/>
                    </a:lnT>
                    <a:lnB w="9525">
                      <a:solidFill>
                        <a:srgbClr val="DBE2E5"/>
                      </a:solidFill>
                      <a:prstDash val="solid"/>
                    </a:lnB>
                    <a:solidFill>
                      <a:srgbClr val="193442"/>
                    </a:solidFill>
                  </a:tcPr>
                </a:tc>
              </a:tr>
              <a:tr h="685800">
                <a:tc>
                  <a:txBody>
                    <a:bodyPr/>
                    <a:lstStyle/>
                    <a:p>
                      <a:r>
                        <a:rPr sz="1725" b="0">
                          <a:solidFill>
                            <a:srgbClr val="193442"/>
                          </a:solidFill>
                          <a:latin typeface="Arial"/>
                          <a:ea typeface="Arial"/>
                          <a:cs typeface="Arial"/>
                        </a:rPr>
                        <a:t>TH-1041</a:t>
                      </a:r>
                    </a:p>
                  </a:txBody>
                  <a:tcPr marL="91440" marR="91440" marT="45720" marB="45720">
                    <a:lnL w="9525">
                      <a:solidFill>
                        <a:srgbClr val="DBE2E5"/>
                      </a:solidFill>
                      <a:prstDash val="solid"/>
                    </a:lnL>
                    <a:lnR w="9525">
                      <a:solidFill>
                        <a:srgbClr val="DBE2E5"/>
                      </a:solidFill>
                      <a:prstDash val="solid"/>
                    </a:lnR>
                    <a:lnB w="9525">
                      <a:solidFill>
                        <a:srgbClr val="DBE2E5"/>
                      </a:solidFill>
                      <a:prstDash val="solid"/>
                    </a:lnB>
                    <a:solidFill>
                      <a:srgbClr val="F5F7F8"/>
                    </a:solidFill>
                  </a:tcPr>
                </a:tc>
                <a:tc>
                  <a:txBody>
                    <a:bodyPr/>
                    <a:lstStyle/>
                    <a:p>
                      <a:r>
                        <a:rPr sz="1725" b="0">
                          <a:solidFill>
                            <a:srgbClr val="193442"/>
                          </a:solidFill>
                          <a:latin typeface="Arial"/>
                          <a:ea typeface="Arial"/>
                          <a:cs typeface="Arial"/>
                        </a:rPr>
                        <a:t>Calibrated peaks + conflicting claims</a:t>
                      </a:r>
                    </a:p>
                  </a:txBody>
                  <a:tcPr marL="91440" marR="91440" marT="45720" marB="45720">
                    <a:lnR w="9525">
                      <a:solidFill>
                        <a:srgbClr val="DBE2E5"/>
                      </a:solidFill>
                      <a:prstDash val="solid"/>
                    </a:lnR>
                    <a:lnB w="9525">
                      <a:solidFill>
                        <a:srgbClr val="DBE2E5"/>
                      </a:solidFill>
                      <a:prstDash val="solid"/>
                    </a:lnB>
                    <a:solidFill>
                      <a:srgbClr val="F5F7F8"/>
                    </a:solidFill>
                  </a:tcPr>
                </a:tc>
                <a:tc>
                  <a:txBody>
                    <a:bodyPr/>
                    <a:lstStyle/>
                    <a:p>
                      <a:r>
                        <a:rPr sz="1725" b="0">
                          <a:solidFill>
                            <a:srgbClr val="193442"/>
                          </a:solidFill>
                          <a:latin typeface="Arial"/>
                          <a:ea typeface="Arial"/>
                          <a:cs typeface="Arial"/>
                        </a:rPr>
                        <a:t>Observed excursion</a:t>
                      </a:r>
                    </a:p>
                  </a:txBody>
                  <a:tcPr marL="91440" marR="91440" marT="45720" marB="45720">
                    <a:lnR w="9525">
                      <a:solidFill>
                        <a:srgbClr val="DBE2E5"/>
                      </a:solidFill>
                      <a:prstDash val="solid"/>
                    </a:lnR>
                    <a:lnB w="9525">
                      <a:solidFill>
                        <a:srgbClr val="DBE2E5"/>
                      </a:solidFill>
                      <a:prstDash val="solid"/>
                    </a:lnB>
                    <a:solidFill>
                      <a:srgbClr val="F5F7F8"/>
                    </a:solidFill>
                  </a:tcPr>
                </a:tc>
              </a:tr>
              <a:tr h="685800">
                <a:tc>
                  <a:txBody>
                    <a:bodyPr/>
                    <a:lstStyle/>
                    <a:p>
                      <a:r>
                        <a:rPr sz="1725" b="0">
                          <a:solidFill>
                            <a:srgbClr val="193442"/>
                          </a:solidFill>
                          <a:latin typeface="Arial"/>
                          <a:ea typeface="Arial"/>
                          <a:cs typeface="Arial"/>
                        </a:rPr>
                        <a:t>TH-1042</a:t>
                      </a:r>
                    </a:p>
                  </a:txBody>
                  <a:tcPr marL="91440" marR="91440" marT="45720" marB="45720">
                    <a:lnL w="9525">
                      <a:solidFill>
                        <a:srgbClr val="DBE2E5"/>
                      </a:solidFill>
                      <a:prstDash val="solid"/>
                    </a:lnL>
                    <a:lnR w="9525">
                      <a:solidFill>
                        <a:srgbClr val="DBE2E5"/>
                      </a:solidFill>
                      <a:prstDash val="solid"/>
                    </a:lnR>
                    <a:lnB w="9525">
                      <a:solidFill>
                        <a:srgbClr val="DBE2E5"/>
                      </a:solidFill>
                      <a:prstDash val="solid"/>
                    </a:lnB>
                    <a:solidFill>
                      <a:srgbClr val="FFFFFF"/>
                    </a:solidFill>
                  </a:tcPr>
                </a:tc>
                <a:tc>
                  <a:txBody>
                    <a:bodyPr/>
                    <a:lstStyle/>
                    <a:p>
                      <a:r>
                        <a:rPr sz="1725" b="0">
                          <a:solidFill>
                            <a:srgbClr val="193442"/>
                          </a:solidFill>
                          <a:latin typeface="Arial"/>
                          <a:ea typeface="Arial"/>
                          <a:cs typeface="Arial"/>
                        </a:rPr>
                        <a:t>Valid offset + agreeing reference</a:t>
                      </a:r>
                    </a:p>
                  </a:txBody>
                  <a:tcPr marL="91440" marR="91440" marT="45720" marB="45720">
                    <a:lnR w="9525">
                      <a:solidFill>
                        <a:srgbClr val="DBE2E5"/>
                      </a:solidFill>
                      <a:prstDash val="solid"/>
                    </a:lnR>
                    <a:lnB w="9525">
                      <a:solidFill>
                        <a:srgbClr val="DBE2E5"/>
                      </a:solidFill>
                      <a:prstDash val="solid"/>
                    </a:lnB>
                    <a:solidFill>
                      <a:srgbClr val="FFFFFF"/>
                    </a:solidFill>
                  </a:tcPr>
                </a:tc>
                <a:tc>
                  <a:txBody>
                    <a:bodyPr/>
                    <a:lstStyle/>
                    <a:p>
                      <a:r>
                        <a:rPr sz="1725" b="0">
                          <a:solidFill>
                            <a:srgbClr val="193442"/>
                          </a:solidFill>
                          <a:latin typeface="Arial"/>
                          <a:ea typeface="Arial"/>
                          <a:cs typeface="Arial"/>
                        </a:rPr>
                        <a:t>Sensor bias</a:t>
                      </a:r>
                    </a:p>
                  </a:txBody>
                  <a:tcPr marL="91440" marR="91440" marT="45720" marB="45720">
                    <a:lnR w="9525">
                      <a:solidFill>
                        <a:srgbClr val="DBE2E5"/>
                      </a:solidFill>
                      <a:prstDash val="solid"/>
                    </a:lnR>
                    <a:lnB w="9525">
                      <a:solidFill>
                        <a:srgbClr val="DBE2E5"/>
                      </a:solidFill>
                      <a:prstDash val="solid"/>
                    </a:lnB>
                    <a:solidFill>
                      <a:srgbClr val="FFFFFF"/>
                    </a:solidFill>
                  </a:tcPr>
                </a:tc>
              </a:tr>
              <a:tr h="685800">
                <a:tc>
                  <a:txBody>
                    <a:bodyPr/>
                    <a:lstStyle/>
                    <a:p>
                      <a:r>
                        <a:rPr sz="1725" b="0">
                          <a:solidFill>
                            <a:srgbClr val="193442"/>
                          </a:solidFill>
                          <a:latin typeface="Arial"/>
                          <a:ea typeface="Arial"/>
                          <a:cs typeface="Arial"/>
                        </a:rPr>
                        <a:t>TH-1043</a:t>
                      </a:r>
                    </a:p>
                  </a:txBody>
                  <a:tcPr marL="91440" marR="91440" marT="45720" marB="45720">
                    <a:lnL w="9525">
                      <a:solidFill>
                        <a:srgbClr val="DBE2E5"/>
                      </a:solidFill>
                      <a:prstDash val="solid"/>
                    </a:lnL>
                    <a:lnR w="9525">
                      <a:solidFill>
                        <a:srgbClr val="DBE2E5"/>
                      </a:solidFill>
                      <a:prstDash val="solid"/>
                    </a:lnR>
                    <a:lnB w="9525">
                      <a:solidFill>
                        <a:srgbClr val="DBE2E5"/>
                      </a:solidFill>
                      <a:prstDash val="solid"/>
                    </a:lnB>
                    <a:solidFill>
                      <a:srgbClr val="F5F7F8"/>
                    </a:solidFill>
                  </a:tcPr>
                </a:tc>
                <a:tc>
                  <a:txBody>
                    <a:bodyPr/>
                    <a:lstStyle/>
                    <a:p>
                      <a:r>
                        <a:rPr sz="1725" b="0">
                          <a:solidFill>
                            <a:srgbClr val="193442"/>
                          </a:solidFill>
                          <a:latin typeface="Arial"/>
                          <a:ea typeface="Arial"/>
                          <a:cs typeface="Arial"/>
                        </a:rPr>
                        <a:t>Missing observations + uncertain calibration</a:t>
                      </a:r>
                    </a:p>
                  </a:txBody>
                  <a:tcPr marL="91440" marR="91440" marT="45720" marB="45720">
                    <a:lnR w="9525">
                      <a:solidFill>
                        <a:srgbClr val="DBE2E5"/>
                      </a:solidFill>
                      <a:prstDash val="solid"/>
                    </a:lnR>
                    <a:lnB w="9525">
                      <a:solidFill>
                        <a:srgbClr val="DBE2E5"/>
                      </a:solidFill>
                      <a:prstDash val="solid"/>
                    </a:lnB>
                    <a:solidFill>
                      <a:srgbClr val="F5F7F8"/>
                    </a:solidFill>
                  </a:tcPr>
                </a:tc>
                <a:tc>
                  <a:txBody>
                    <a:bodyPr/>
                    <a:lstStyle/>
                    <a:p>
                      <a:r>
                        <a:rPr sz="1725" b="0">
                          <a:solidFill>
                            <a:srgbClr val="193442"/>
                          </a:solidFill>
                          <a:latin typeface="Arial"/>
                          <a:ea typeface="Arial"/>
                          <a:cs typeface="Arial"/>
                        </a:rPr>
                        <a:t>Insufficient evidence</a:t>
                      </a:r>
                    </a:p>
                  </a:txBody>
                  <a:tcPr marL="91440" marR="91440" marT="45720" marB="45720">
                    <a:lnR w="9525">
                      <a:solidFill>
                        <a:srgbClr val="DBE2E5"/>
                      </a:solidFill>
                      <a:prstDash val="solid"/>
                    </a:lnR>
                    <a:lnB w="9525">
                      <a:solidFill>
                        <a:srgbClr val="DBE2E5"/>
                      </a:solidFill>
                      <a:prstDash val="solid"/>
                    </a:lnB>
                    <a:solidFill>
                      <a:srgbClr val="F5F7F8"/>
                    </a:solidFill>
                  </a:tcPr>
                </a:tc>
              </a:tr>
              <a:tr h="685800">
                <a:tc>
                  <a:txBody>
                    <a:bodyPr/>
                    <a:lstStyle/>
                    <a:p>
                      <a:r>
                        <a:rPr sz="1725" b="0">
                          <a:solidFill>
                            <a:srgbClr val="193442"/>
                          </a:solidFill>
                          <a:latin typeface="Arial"/>
                          <a:ea typeface="Arial"/>
                          <a:cs typeface="Arial"/>
                        </a:rPr>
                        <a:t>TH-1044</a:t>
                      </a:r>
                    </a:p>
                  </a:txBody>
                  <a:tcPr marL="91440" marR="91440" marT="45720" marB="45720">
                    <a:lnL w="9525">
                      <a:solidFill>
                        <a:srgbClr val="DBE2E5"/>
                      </a:solidFill>
                      <a:prstDash val="solid"/>
                    </a:lnL>
                    <a:lnR w="9525">
                      <a:solidFill>
                        <a:srgbClr val="DBE2E5"/>
                      </a:solidFill>
                      <a:prstDash val="solid"/>
                    </a:lnR>
                    <a:lnB w="9525">
                      <a:solidFill>
                        <a:srgbClr val="DBE2E5"/>
                      </a:solidFill>
                      <a:prstDash val="solid"/>
                    </a:lnB>
                    <a:solidFill>
                      <a:srgbClr val="FFFFFF"/>
                    </a:solidFill>
                  </a:tcPr>
                </a:tc>
                <a:tc>
                  <a:txBody>
                    <a:bodyPr/>
                    <a:lstStyle/>
                    <a:p>
                      <a:r>
                        <a:rPr sz="1725" b="0">
                          <a:solidFill>
                            <a:srgbClr val="193442"/>
                          </a:solidFill>
                          <a:latin typeface="Arial"/>
                          <a:ea typeface="Arial"/>
                          <a:cs typeface="Arial"/>
                        </a:rPr>
                        <a:t>Complete bounded observations</a:t>
                      </a:r>
                    </a:p>
                  </a:txBody>
                  <a:tcPr marL="91440" marR="91440" marT="45720" marB="45720">
                    <a:lnR w="9525">
                      <a:solidFill>
                        <a:srgbClr val="DBE2E5"/>
                      </a:solidFill>
                      <a:prstDash val="solid"/>
                    </a:lnR>
                    <a:lnB w="9525">
                      <a:solidFill>
                        <a:srgbClr val="DBE2E5"/>
                      </a:solidFill>
                      <a:prstDash val="solid"/>
                    </a:lnB>
                    <a:solidFill>
                      <a:srgbClr val="FFFFFF"/>
                    </a:solidFill>
                  </a:tcPr>
                </a:tc>
                <a:tc>
                  <a:txBody>
                    <a:bodyPr/>
                    <a:lstStyle/>
                    <a:p>
                      <a:r>
                        <a:rPr sz="1725" b="0">
                          <a:solidFill>
                            <a:srgbClr val="193442"/>
                          </a:solidFill>
                          <a:latin typeface="Arial"/>
                          <a:ea typeface="Arial"/>
                          <a:cs typeface="Arial"/>
                        </a:rPr>
                        <a:t>Within observed range</a:t>
                      </a:r>
                    </a:p>
                  </a:txBody>
                  <a:tcPr marL="91440" marR="91440" marT="45720" marB="45720">
                    <a:lnR w="9525">
                      <a:solidFill>
                        <a:srgbClr val="DBE2E5"/>
                      </a:solidFill>
                      <a:prstDash val="solid"/>
                    </a:lnR>
                    <a:lnB w="9525">
                      <a:solidFill>
                        <a:srgbClr val="DBE2E5"/>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F67EC3E-C288-4DA1-B300-4DEC81ECB1FB}"/>
              </a:ext>
            </a:extLst>
          </p:cNvPr>
          <p:cNvSpPr>
            <a:spLocks xmlns:a="http://schemas.openxmlformats.org/drawingml/2006/main" noGrp="1"/>
          </p:cNvSpPr>
          <p:nvPr/>
        </p:nvSpPr>
        <p:spPr>
          <a:xfrm xmlns:a="http://schemas.openxmlformats.org/drawingml/2006/main">
            <a:off x="609600" y="5734050"/>
            <a:ext cx="452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b="1">
                <a:solidFill>
                  <a:srgbClr val="3B6C5C"/>
                </a:solidFill>
                <a:latin typeface="Arial"/>
                <a:ea typeface="Arial"/>
                <a:cs typeface="Arial"/>
              </a:defRPr>
            </a:defPPr>
            <a:lvl1pPr>
              <a:defRPr sz="2175" b="1">
                <a:solidFill>
                  <a:srgbClr val="3B6C5C"/>
                </a:solidFill>
                <a:latin typeface="Arial"/>
                <a:ea typeface="Arial"/>
                <a:cs typeface="Arial"/>
              </a:defRPr>
            </a:lvl1pPr>
            <a:lvl2pPr>
              <a:defRPr sz="2175" b="1">
                <a:solidFill>
                  <a:srgbClr val="3B6C5C"/>
                </a:solidFill>
                <a:latin typeface="Arial"/>
                <a:ea typeface="Arial"/>
                <a:cs typeface="Arial"/>
              </a:defRPr>
            </a:lvl2pPr>
            <a:lvl3pPr>
              <a:defRPr sz="2175" b="1">
                <a:solidFill>
                  <a:srgbClr val="3B6C5C"/>
                </a:solidFill>
                <a:latin typeface="Arial"/>
                <a:ea typeface="Arial"/>
                <a:cs typeface="Arial"/>
              </a:defRPr>
            </a:lvl3pPr>
            <a:lvl4pPr>
              <a:defRPr sz="2175" b="1">
                <a:solidFill>
                  <a:srgbClr val="3B6C5C"/>
                </a:solidFill>
                <a:latin typeface="Arial"/>
                <a:ea typeface="Arial"/>
                <a:cs typeface="Arial"/>
              </a:defRPr>
            </a:lvl4pPr>
            <a:lvl5pPr>
              <a:defRPr sz="2175" b="1">
                <a:solidFill>
                  <a:srgbClr val="3B6C5C"/>
                </a:solidFill>
                <a:latin typeface="Arial"/>
                <a:ea typeface="Arial"/>
                <a:cs typeface="Arial"/>
              </a:defRPr>
            </a:lvl5pPr>
            <a:lvl6pPr>
              <a:defRPr sz="2175" b="1">
                <a:solidFill>
                  <a:srgbClr val="3B6C5C"/>
                </a:solidFill>
                <a:latin typeface="Arial"/>
                <a:ea typeface="Arial"/>
                <a:cs typeface="Arial"/>
              </a:defRPr>
            </a:lvl6pPr>
            <a:lvl7pPr>
              <a:defRPr sz="2175" b="1">
                <a:solidFill>
                  <a:srgbClr val="3B6C5C"/>
                </a:solidFill>
                <a:latin typeface="Arial"/>
                <a:ea typeface="Arial"/>
                <a:cs typeface="Arial"/>
              </a:defRPr>
            </a:lvl7pPr>
            <a:lvl8pPr>
              <a:defRPr sz="2175" b="1">
                <a:solidFill>
                  <a:srgbClr val="3B6C5C"/>
                </a:solidFill>
                <a:latin typeface="Arial"/>
                <a:ea typeface="Arial"/>
                <a:cs typeface="Arial"/>
              </a:defRPr>
            </a:lvl8pPr>
            <a:lvl9pPr>
              <a:defRPr sz="2175" b="1">
                <a:solidFill>
                  <a:srgbClr val="3B6C5C"/>
                </a:solidFill>
                <a:latin typeface="Arial"/>
                <a:ea typeface="Arial"/>
                <a:cs typeface="Arial"/>
              </a:defRPr>
            </a:lvl9pPr>
          </a:lstStyle>
          <a:p xmlns:a="http://schemas.openxmlformats.org/drawingml/2006/main">
            <a:pPr>
              <a:defRPr sz="2175" b="1">
                <a:solidFill>
                  <a:srgbClr val="3B6C5C"/>
                </a:solidFill>
                <a:latin typeface="Arial"/>
                <a:ea typeface="Arial"/>
                <a:cs typeface="Arial"/>
              </a:defRPr>
            </a:pPr>
            <a:r>
              <a:rPr sz="2175" b="1">
                <a:solidFill>
                  <a:srgbClr val="3B6C5C"/>
                </a:solidFill>
                <a:latin typeface="Arial"/>
                <a:ea typeface="Arial"/>
                <a:cs typeface="Arial"/>
              </a:rPr>
              <a:t>14 local tests passed</a:t>
            </a:r>
          </a:p>
        </p:txBody>
      </p:sp>
      <p:sp>
        <p:nvSpPr>
          <p:cNvPr id="7" name="">
            <a:extLst xmlns:a="http://schemas.openxmlformats.org/drawingml/2006/main">
              <a:ext uri="{FF2B5EF4-FFF2-40B4-BE49-F238E27FC236}">
                <a16:creationId xmlns:a16="http://schemas.microsoft.com/office/drawing/2014/main" id="{CA668373-58C3-42C3-8C3F-5193412CB6F7}"/>
              </a:ext>
            </a:extLst>
          </p:cNvPr>
          <p:cNvSpPr>
            <a:spLocks xmlns:a="http://schemas.openxmlformats.org/drawingml/2006/main" noGrp="1"/>
          </p:cNvSpPr>
          <p:nvPr/>
        </p:nvSpPr>
        <p:spPr>
          <a:xfrm xmlns:a="http://schemas.openxmlformats.org/drawingml/2006/main">
            <a:off x="5381625" y="5734050"/>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b="1">
                <a:solidFill>
                  <a:srgbClr val="3B6C5C"/>
                </a:solidFill>
                <a:latin typeface="Arial"/>
                <a:ea typeface="Arial"/>
                <a:cs typeface="Arial"/>
              </a:defRPr>
            </a:defPPr>
            <a:lvl1pPr>
              <a:defRPr sz="2175" b="1">
                <a:solidFill>
                  <a:srgbClr val="3B6C5C"/>
                </a:solidFill>
                <a:latin typeface="Arial"/>
                <a:ea typeface="Arial"/>
                <a:cs typeface="Arial"/>
              </a:defRPr>
            </a:lvl1pPr>
            <a:lvl2pPr>
              <a:defRPr sz="2175" b="1">
                <a:solidFill>
                  <a:srgbClr val="3B6C5C"/>
                </a:solidFill>
                <a:latin typeface="Arial"/>
                <a:ea typeface="Arial"/>
                <a:cs typeface="Arial"/>
              </a:defRPr>
            </a:lvl2pPr>
            <a:lvl3pPr>
              <a:defRPr sz="2175" b="1">
                <a:solidFill>
                  <a:srgbClr val="3B6C5C"/>
                </a:solidFill>
                <a:latin typeface="Arial"/>
                <a:ea typeface="Arial"/>
                <a:cs typeface="Arial"/>
              </a:defRPr>
            </a:lvl3pPr>
            <a:lvl4pPr>
              <a:defRPr sz="2175" b="1">
                <a:solidFill>
                  <a:srgbClr val="3B6C5C"/>
                </a:solidFill>
                <a:latin typeface="Arial"/>
                <a:ea typeface="Arial"/>
                <a:cs typeface="Arial"/>
              </a:defRPr>
            </a:lvl4pPr>
            <a:lvl5pPr>
              <a:defRPr sz="2175" b="1">
                <a:solidFill>
                  <a:srgbClr val="3B6C5C"/>
                </a:solidFill>
                <a:latin typeface="Arial"/>
                <a:ea typeface="Arial"/>
                <a:cs typeface="Arial"/>
              </a:defRPr>
            </a:lvl5pPr>
            <a:lvl6pPr>
              <a:defRPr sz="2175" b="1">
                <a:solidFill>
                  <a:srgbClr val="3B6C5C"/>
                </a:solidFill>
                <a:latin typeface="Arial"/>
                <a:ea typeface="Arial"/>
                <a:cs typeface="Arial"/>
              </a:defRPr>
            </a:lvl6pPr>
            <a:lvl7pPr>
              <a:defRPr sz="2175" b="1">
                <a:solidFill>
                  <a:srgbClr val="3B6C5C"/>
                </a:solidFill>
                <a:latin typeface="Arial"/>
                <a:ea typeface="Arial"/>
                <a:cs typeface="Arial"/>
              </a:defRPr>
            </a:lvl7pPr>
            <a:lvl8pPr>
              <a:defRPr sz="2175" b="1">
                <a:solidFill>
                  <a:srgbClr val="3B6C5C"/>
                </a:solidFill>
                <a:latin typeface="Arial"/>
                <a:ea typeface="Arial"/>
                <a:cs typeface="Arial"/>
              </a:defRPr>
            </a:lvl8pPr>
            <a:lvl9pPr>
              <a:defRPr sz="2175" b="1">
                <a:solidFill>
                  <a:srgbClr val="3B6C5C"/>
                </a:solidFill>
                <a:latin typeface="Arial"/>
                <a:ea typeface="Arial"/>
                <a:cs typeface="Arial"/>
              </a:defRPr>
            </a:lvl9pPr>
          </a:lstStyle>
          <a:p xmlns:a="http://schemas.openxmlformats.org/drawingml/2006/main">
            <a:pPr>
              <a:defRPr sz="2175" b="1">
                <a:solidFill>
                  <a:srgbClr val="3B6C5C"/>
                </a:solidFill>
                <a:latin typeface="Arial"/>
                <a:ea typeface="Arial"/>
                <a:cs typeface="Arial"/>
              </a:defRPr>
            </a:pPr>
            <a:r>
              <a:rPr sz="2175" b="1">
                <a:solidFill>
                  <a:srgbClr val="3B6C5C"/>
                </a:solidFill>
                <a:latin typeface="Arial"/>
                <a:ea typeface="Arial"/>
                <a:cs typeface="Arial"/>
              </a:rPr>
              <a:t>8 / 8 upstream engine checks passed</a:t>
            </a:r>
          </a:p>
        </p:txBody>
      </p:sp>
    </p:spTree>
    <p:extLst>
      <p:ext uri="{BB962C8B-B14F-4D97-AF65-F5344CB8AC3E}">
        <p14:creationId xmlns:p14="http://schemas.microsoft.com/office/powerpoint/2010/main" val="943939779"/>
      </p:ext>
    </p:extLst>
  </p:cSld>
</p:sld>
</file>

<file path=ppt/slides/slide8.xml><?xml version="1.0" encoding="utf-8"?>
<p:sld xmlns:p="http://schemas.openxmlformats.org/presentationml/2006/main">
  <p:cSld>
    <p:bg>
      <p:bgPr>
        <a:solidFill xmlns:a="http://schemas.openxmlformats.org/drawingml/2006/main">
          <a:srgbClr val="19344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5595ABE-0EDD-450A-A40C-02BF233E4455}"/>
              </a:ext>
            </a:extLst>
          </p:cNvPr>
          <p:cNvSpPr>
            <a:spLocks xmlns:a="http://schemas.openxmlformats.org/drawingml/2006/main" noGrp="1"/>
          </p:cNvSpPr>
          <p:nvPr/>
        </p:nvSpPr>
        <p:spPr>
          <a:xfrm xmlns:a="http://schemas.openxmlformats.org/drawingml/2006/main">
            <a:off x="609600" y="3810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C8EB9C"/>
                </a:solidFill>
                <a:latin typeface="Arial"/>
                <a:ea typeface="Arial"/>
                <a:cs typeface="Arial"/>
              </a:defRPr>
            </a:defPPr>
            <a:lvl1pPr>
              <a:defRPr sz="1350" b="1">
                <a:solidFill>
                  <a:srgbClr val="C8EB9C"/>
                </a:solidFill>
                <a:latin typeface="Arial"/>
                <a:ea typeface="Arial"/>
                <a:cs typeface="Arial"/>
              </a:defRPr>
            </a:lvl1pPr>
            <a:lvl2pPr>
              <a:defRPr sz="1350" b="1">
                <a:solidFill>
                  <a:srgbClr val="C8EB9C"/>
                </a:solidFill>
                <a:latin typeface="Arial"/>
                <a:ea typeface="Arial"/>
                <a:cs typeface="Arial"/>
              </a:defRPr>
            </a:lvl2pPr>
            <a:lvl3pPr>
              <a:defRPr sz="1350" b="1">
                <a:solidFill>
                  <a:srgbClr val="C8EB9C"/>
                </a:solidFill>
                <a:latin typeface="Arial"/>
                <a:ea typeface="Arial"/>
                <a:cs typeface="Arial"/>
              </a:defRPr>
            </a:lvl3pPr>
            <a:lvl4pPr>
              <a:defRPr sz="1350" b="1">
                <a:solidFill>
                  <a:srgbClr val="C8EB9C"/>
                </a:solidFill>
                <a:latin typeface="Arial"/>
                <a:ea typeface="Arial"/>
                <a:cs typeface="Arial"/>
              </a:defRPr>
            </a:lvl4pPr>
            <a:lvl5pPr>
              <a:defRPr sz="1350" b="1">
                <a:solidFill>
                  <a:srgbClr val="C8EB9C"/>
                </a:solidFill>
                <a:latin typeface="Arial"/>
                <a:ea typeface="Arial"/>
                <a:cs typeface="Arial"/>
              </a:defRPr>
            </a:lvl5pPr>
            <a:lvl6pPr>
              <a:defRPr sz="1350" b="1">
                <a:solidFill>
                  <a:srgbClr val="C8EB9C"/>
                </a:solidFill>
                <a:latin typeface="Arial"/>
                <a:ea typeface="Arial"/>
                <a:cs typeface="Arial"/>
              </a:defRPr>
            </a:lvl6pPr>
            <a:lvl7pPr>
              <a:defRPr sz="1350" b="1">
                <a:solidFill>
                  <a:srgbClr val="C8EB9C"/>
                </a:solidFill>
                <a:latin typeface="Arial"/>
                <a:ea typeface="Arial"/>
                <a:cs typeface="Arial"/>
              </a:defRPr>
            </a:lvl7pPr>
            <a:lvl8pPr>
              <a:defRPr sz="1350" b="1">
                <a:solidFill>
                  <a:srgbClr val="C8EB9C"/>
                </a:solidFill>
                <a:latin typeface="Arial"/>
                <a:ea typeface="Arial"/>
                <a:cs typeface="Arial"/>
              </a:defRPr>
            </a:lvl8pPr>
            <a:lvl9pPr>
              <a:defRPr sz="1350" b="1">
                <a:solidFill>
                  <a:srgbClr val="C8EB9C"/>
                </a:solidFill>
                <a:latin typeface="Arial"/>
                <a:ea typeface="Arial"/>
                <a:cs typeface="Arial"/>
              </a:defRPr>
            </a:lvl9pPr>
          </a:lstStyle>
          <a:p xmlns:a="http://schemas.openxmlformats.org/drawingml/2006/main">
            <a:pPr>
              <a:defRPr sz="1350" b="1">
                <a:solidFill>
                  <a:srgbClr val="C8EB9C"/>
                </a:solidFill>
                <a:latin typeface="Arial"/>
                <a:ea typeface="Arial"/>
                <a:cs typeface="Arial"/>
              </a:defRPr>
            </a:pPr>
            <a:r>
              <a:rPr sz="1350" b="1">
                <a:solidFill>
                  <a:srgbClr val="C8EB9C"/>
                </a:solidFill>
                <a:latin typeface="Arial"/>
                <a:ea typeface="Arial"/>
                <a:cs typeface="Arial"/>
              </a:rPr>
              <a:t>NEXT STEPS AND LIMITS</a:t>
            </a:r>
          </a:p>
        </p:txBody>
      </p:sp>
      <p:sp>
        <p:nvSpPr>
          <p:cNvPr id="2" name="">
            <a:extLst xmlns:a="http://schemas.openxmlformats.org/drawingml/2006/main">
              <a:ext uri="{FF2B5EF4-FFF2-40B4-BE49-F238E27FC236}">
                <a16:creationId xmlns:a16="http://schemas.microsoft.com/office/drawing/2014/main" id="{671C443C-1246-4B06-A062-8A5229932C93}"/>
              </a:ext>
            </a:extLst>
          </p:cNvPr>
          <p:cNvSpPr>
            <a:spLocks xmlns:a="http://schemas.openxmlformats.org/drawingml/2006/main" noGrp="1"/>
          </p:cNvSpPr>
          <p:nvPr/>
        </p:nvSpPr>
        <p:spPr>
          <a:xfrm xmlns:a="http://schemas.openxmlformats.org/drawingml/2006/main">
            <a:off x="609600" y="904875"/>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Make the explanation useful in real operations</a:t>
            </a:r>
          </a:p>
        </p:txBody>
      </p:sp>
      <p:sp>
        <p:nvSpPr>
          <p:cNvPr id="3" name="">
            <a:extLst xmlns:a="http://schemas.openxmlformats.org/drawingml/2006/main">
              <a:ext uri="{FF2B5EF4-FFF2-40B4-BE49-F238E27FC236}">
                <a16:creationId xmlns:a16="http://schemas.microsoft.com/office/drawing/2014/main" id="{4BE89509-EFC0-4FDB-B8DA-839B036EF67A}"/>
              </a:ext>
            </a:extLst>
          </p:cNvPr>
          <p:cNvSpPr>
            <a:spLocks xmlns:a="http://schemas.openxmlformats.org/drawingml/2006/main" noGrp="1"/>
          </p:cNvSpPr>
          <p:nvPr/>
        </p:nvSpPr>
        <p:spPr>
          <a:xfrm xmlns:a="http://schemas.openxmlformats.org/drawingml/2006/main">
            <a:off x="609600" y="6381750"/>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AFC0C7"/>
                </a:solidFill>
                <a:latin typeface="Arial"/>
                <a:ea typeface="Arial"/>
                <a:cs typeface="Arial"/>
              </a:defRPr>
            </a:defPPr>
            <a:lvl1pPr>
              <a:defRPr sz="975" b="0">
                <a:solidFill>
                  <a:srgbClr val="AFC0C7"/>
                </a:solidFill>
                <a:latin typeface="Arial"/>
                <a:ea typeface="Arial"/>
                <a:cs typeface="Arial"/>
              </a:defRPr>
            </a:lvl1pPr>
            <a:lvl2pPr>
              <a:defRPr sz="975" b="0">
                <a:solidFill>
                  <a:srgbClr val="AFC0C7"/>
                </a:solidFill>
                <a:latin typeface="Arial"/>
                <a:ea typeface="Arial"/>
                <a:cs typeface="Arial"/>
              </a:defRPr>
            </a:lvl2pPr>
            <a:lvl3pPr>
              <a:defRPr sz="975" b="0">
                <a:solidFill>
                  <a:srgbClr val="AFC0C7"/>
                </a:solidFill>
                <a:latin typeface="Arial"/>
                <a:ea typeface="Arial"/>
                <a:cs typeface="Arial"/>
              </a:defRPr>
            </a:lvl3pPr>
            <a:lvl4pPr>
              <a:defRPr sz="975" b="0">
                <a:solidFill>
                  <a:srgbClr val="AFC0C7"/>
                </a:solidFill>
                <a:latin typeface="Arial"/>
                <a:ea typeface="Arial"/>
                <a:cs typeface="Arial"/>
              </a:defRPr>
            </a:lvl4pPr>
            <a:lvl5pPr>
              <a:defRPr sz="975" b="0">
                <a:solidFill>
                  <a:srgbClr val="AFC0C7"/>
                </a:solidFill>
                <a:latin typeface="Arial"/>
                <a:ea typeface="Arial"/>
                <a:cs typeface="Arial"/>
              </a:defRPr>
            </a:lvl5pPr>
            <a:lvl6pPr>
              <a:defRPr sz="975" b="0">
                <a:solidFill>
                  <a:srgbClr val="AFC0C7"/>
                </a:solidFill>
                <a:latin typeface="Arial"/>
                <a:ea typeface="Arial"/>
                <a:cs typeface="Arial"/>
              </a:defRPr>
            </a:lvl6pPr>
            <a:lvl7pPr>
              <a:defRPr sz="975" b="0">
                <a:solidFill>
                  <a:srgbClr val="AFC0C7"/>
                </a:solidFill>
                <a:latin typeface="Arial"/>
                <a:ea typeface="Arial"/>
                <a:cs typeface="Arial"/>
              </a:defRPr>
            </a:lvl7pPr>
            <a:lvl8pPr>
              <a:defRPr sz="975" b="0">
                <a:solidFill>
                  <a:srgbClr val="AFC0C7"/>
                </a:solidFill>
                <a:latin typeface="Arial"/>
                <a:ea typeface="Arial"/>
                <a:cs typeface="Arial"/>
              </a:defRPr>
            </a:lvl8pPr>
            <a:lvl9pPr>
              <a:defRPr sz="975" b="0">
                <a:solidFill>
                  <a:srgbClr val="AFC0C7"/>
                </a:solidFill>
                <a:latin typeface="Arial"/>
                <a:ea typeface="Arial"/>
                <a:cs typeface="Arial"/>
              </a:defRPr>
            </a:lvl9pPr>
          </a:lstStyle>
          <a:p xmlns:a="http://schemas.openxmlformats.org/drawingml/2006/main">
            <a:pPr>
              <a:defRPr sz="975" b="0">
                <a:solidFill>
                  <a:srgbClr val="AFC0C7"/>
                </a:solidFill>
                <a:latin typeface="Arial"/>
                <a:ea typeface="Arial"/>
                <a:cs typeface="Arial"/>
              </a:defRPr>
            </a:pPr>
            <a:r>
              <a:rPr sz="975" b="0">
                <a:solidFill>
                  <a:srgbClr val="AFC0C7"/>
                </a:solidFill>
                <a:latin typeface="Arial"/>
                <a:ea typeface="Arial"/>
                <a:cs typeface="Arial"/>
              </a:rPr>
              <a:t>TRACEHARBOR  /  OPEN AGENT HACKATHON 2026</a:t>
            </a:r>
          </a:p>
        </p:txBody>
      </p:sp>
      <p:sp>
        <p:nvSpPr>
          <p:cNvPr id="4" name="">
            <a:extLst xmlns:a="http://schemas.openxmlformats.org/drawingml/2006/main">
              <a:ext uri="{FF2B5EF4-FFF2-40B4-BE49-F238E27FC236}">
                <a16:creationId xmlns:a16="http://schemas.microsoft.com/office/drawing/2014/main" id="{0A0953EF-04AB-4453-9662-8D3FCE15BFE1}"/>
              </a:ext>
            </a:extLst>
          </p:cNvPr>
          <p:cNvSpPr>
            <a:spLocks xmlns:a="http://schemas.openxmlformats.org/drawingml/2006/main" noGrp="1"/>
          </p:cNvSpPr>
          <p:nvPr/>
        </p:nvSpPr>
        <p:spPr>
          <a:xfrm xmlns:a="http://schemas.openxmlformats.org/drawingml/2006/main">
            <a:off x="11239500" y="633412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00" b="0">
                <a:solidFill>
                  <a:srgbClr val="AFC0C7"/>
                </a:solidFill>
                <a:latin typeface="Arial"/>
                <a:ea typeface="Arial"/>
                <a:cs typeface="Arial"/>
              </a:defRPr>
            </a:defPPr>
            <a:lvl1pPr>
              <a:defRPr sz="1200" b="0">
                <a:solidFill>
                  <a:srgbClr val="AFC0C7"/>
                </a:solidFill>
                <a:latin typeface="Arial"/>
                <a:ea typeface="Arial"/>
                <a:cs typeface="Arial"/>
              </a:defRPr>
            </a:lvl1pPr>
            <a:lvl2pPr>
              <a:defRPr sz="1200" b="0">
                <a:solidFill>
                  <a:srgbClr val="AFC0C7"/>
                </a:solidFill>
                <a:latin typeface="Arial"/>
                <a:ea typeface="Arial"/>
                <a:cs typeface="Arial"/>
              </a:defRPr>
            </a:lvl2pPr>
            <a:lvl3pPr>
              <a:defRPr sz="1200" b="0">
                <a:solidFill>
                  <a:srgbClr val="AFC0C7"/>
                </a:solidFill>
                <a:latin typeface="Arial"/>
                <a:ea typeface="Arial"/>
                <a:cs typeface="Arial"/>
              </a:defRPr>
            </a:lvl3pPr>
            <a:lvl4pPr>
              <a:defRPr sz="1200" b="0">
                <a:solidFill>
                  <a:srgbClr val="AFC0C7"/>
                </a:solidFill>
                <a:latin typeface="Arial"/>
                <a:ea typeface="Arial"/>
                <a:cs typeface="Arial"/>
              </a:defRPr>
            </a:lvl4pPr>
            <a:lvl5pPr>
              <a:defRPr sz="1200" b="0">
                <a:solidFill>
                  <a:srgbClr val="AFC0C7"/>
                </a:solidFill>
                <a:latin typeface="Arial"/>
                <a:ea typeface="Arial"/>
                <a:cs typeface="Arial"/>
              </a:defRPr>
            </a:lvl5pPr>
            <a:lvl6pPr>
              <a:defRPr sz="1200" b="0">
                <a:solidFill>
                  <a:srgbClr val="AFC0C7"/>
                </a:solidFill>
                <a:latin typeface="Arial"/>
                <a:ea typeface="Arial"/>
                <a:cs typeface="Arial"/>
              </a:defRPr>
            </a:lvl6pPr>
            <a:lvl7pPr>
              <a:defRPr sz="1200" b="0">
                <a:solidFill>
                  <a:srgbClr val="AFC0C7"/>
                </a:solidFill>
                <a:latin typeface="Arial"/>
                <a:ea typeface="Arial"/>
                <a:cs typeface="Arial"/>
              </a:defRPr>
            </a:lvl7pPr>
            <a:lvl8pPr>
              <a:defRPr sz="1200" b="0">
                <a:solidFill>
                  <a:srgbClr val="AFC0C7"/>
                </a:solidFill>
                <a:latin typeface="Arial"/>
                <a:ea typeface="Arial"/>
                <a:cs typeface="Arial"/>
              </a:defRPr>
            </a:lvl8pPr>
            <a:lvl9pPr>
              <a:defRPr sz="1200" b="0">
                <a:solidFill>
                  <a:srgbClr val="AFC0C7"/>
                </a:solidFill>
                <a:latin typeface="Arial"/>
                <a:ea typeface="Arial"/>
                <a:cs typeface="Arial"/>
              </a:defRPr>
            </a:lvl9pPr>
          </a:lstStyle>
          <a:p xmlns:a="http://schemas.openxmlformats.org/drawingml/2006/main">
            <a:pPr>
              <a:defRPr sz="1200" b="0">
                <a:solidFill>
                  <a:srgbClr val="AFC0C7"/>
                </a:solidFill>
                <a:latin typeface="Arial"/>
                <a:ea typeface="Arial"/>
                <a:cs typeface="Arial"/>
              </a:defRPr>
            </a:pPr>
            <a:r>
              <a:rPr sz="1200" b="0">
                <a:solidFill>
                  <a:srgbClr val="AFC0C7"/>
                </a:solidFill>
                <a:latin typeface="Arial"/>
                <a:ea typeface="Arial"/>
                <a:cs typeface="Arial"/>
              </a:rPr>
              <a:t>8</a:t>
            </a:r>
          </a:p>
        </p:txBody>
      </p:sp>
      <p:sp>
        <p:nvSpPr>
          <p:cNvPr id="5" name="">
            <a:extLst xmlns:a="http://schemas.openxmlformats.org/drawingml/2006/main">
              <a:ext uri="{FF2B5EF4-FFF2-40B4-BE49-F238E27FC236}">
                <a16:creationId xmlns:a16="http://schemas.microsoft.com/office/drawing/2014/main" id="{DCCF1E8B-1B28-4B63-AB8B-EC15B00C7C82}"/>
              </a:ext>
            </a:extLst>
          </p:cNvPr>
          <p:cNvSpPr>
            <a:spLocks xmlns:a="http://schemas.openxmlformats.org/drawingml/2006/main" noGrp="1"/>
          </p:cNvSpPr>
          <p:nvPr/>
        </p:nvSpPr>
        <p:spPr>
          <a:xfrm xmlns:a="http://schemas.openxmlformats.org/drawingml/2006/main">
            <a:off x="609600" y="2247900"/>
            <a:ext cx="10953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475" b="1">
                <a:solidFill>
                  <a:srgbClr val="FFFFFF"/>
                </a:solidFill>
                <a:latin typeface="Arial"/>
                <a:ea typeface="Arial"/>
                <a:cs typeface="Arial"/>
              </a:defRPr>
            </a:defPPr>
            <a:lvl1pPr>
              <a:defRPr sz="2475" b="1">
                <a:solidFill>
                  <a:srgbClr val="FFFFFF"/>
                </a:solidFill>
                <a:latin typeface="Arial"/>
                <a:ea typeface="Arial"/>
                <a:cs typeface="Arial"/>
              </a:defRPr>
            </a:lvl1pPr>
            <a:lvl2pPr>
              <a:defRPr sz="2475" b="1">
                <a:solidFill>
                  <a:srgbClr val="FFFFFF"/>
                </a:solidFill>
                <a:latin typeface="Arial"/>
                <a:ea typeface="Arial"/>
                <a:cs typeface="Arial"/>
              </a:defRPr>
            </a:lvl2pPr>
            <a:lvl3pPr>
              <a:defRPr sz="2475" b="1">
                <a:solidFill>
                  <a:srgbClr val="FFFFFF"/>
                </a:solidFill>
                <a:latin typeface="Arial"/>
                <a:ea typeface="Arial"/>
                <a:cs typeface="Arial"/>
              </a:defRPr>
            </a:lvl3pPr>
            <a:lvl4pPr>
              <a:defRPr sz="2475" b="1">
                <a:solidFill>
                  <a:srgbClr val="FFFFFF"/>
                </a:solidFill>
                <a:latin typeface="Arial"/>
                <a:ea typeface="Arial"/>
                <a:cs typeface="Arial"/>
              </a:defRPr>
            </a:lvl4pPr>
            <a:lvl5pPr>
              <a:defRPr sz="2475" b="1">
                <a:solidFill>
                  <a:srgbClr val="FFFFFF"/>
                </a:solidFill>
                <a:latin typeface="Arial"/>
                <a:ea typeface="Arial"/>
                <a:cs typeface="Arial"/>
              </a:defRPr>
            </a:lvl5pPr>
            <a:lvl6pPr>
              <a:defRPr sz="2475" b="1">
                <a:solidFill>
                  <a:srgbClr val="FFFFFF"/>
                </a:solidFill>
                <a:latin typeface="Arial"/>
                <a:ea typeface="Arial"/>
                <a:cs typeface="Arial"/>
              </a:defRPr>
            </a:lvl6pPr>
            <a:lvl7pPr>
              <a:defRPr sz="2475" b="1">
                <a:solidFill>
                  <a:srgbClr val="FFFFFF"/>
                </a:solidFill>
                <a:latin typeface="Arial"/>
                <a:ea typeface="Arial"/>
                <a:cs typeface="Arial"/>
              </a:defRPr>
            </a:lvl7pPr>
            <a:lvl8pPr>
              <a:defRPr sz="2475" b="1">
                <a:solidFill>
                  <a:srgbClr val="FFFFFF"/>
                </a:solidFill>
                <a:latin typeface="Arial"/>
                <a:ea typeface="Arial"/>
                <a:cs typeface="Arial"/>
              </a:defRPr>
            </a:lvl8pPr>
            <a:lvl9pPr>
              <a:defRPr sz="2475" b="1">
                <a:solidFill>
                  <a:srgbClr val="FFFFFF"/>
                </a:solidFill>
                <a:latin typeface="Arial"/>
                <a:ea typeface="Arial"/>
                <a:cs typeface="Arial"/>
              </a:defRPr>
            </a:lvl9pPr>
          </a:lstStyle>
          <a:p xmlns:a="http://schemas.openxmlformats.org/drawingml/2006/main">
            <a:pPr>
              <a:defRPr sz="2475" b="1">
                <a:solidFill>
                  <a:srgbClr val="FFFFFF"/>
                </a:solidFill>
                <a:latin typeface="Arial"/>
                <a:ea typeface="Arial"/>
                <a:cs typeface="Arial"/>
              </a:defRPr>
            </a:pPr>
            <a:r>
              <a:rPr sz="2475" b="1">
                <a:solidFill>
                  <a:srgbClr val="FFFFFF"/>
                </a:solidFill>
                <a:latin typeface="Arial"/>
                <a:ea typeface="Arial"/>
                <a:cs typeface="Arial"/>
              </a:rPr>
              <a:t>01  Finish live integration receipts</a:t>
            </a:r>
          </a:p>
          <a:p xmlns:a="http://schemas.openxmlformats.org/drawingml/2006/main">
            <a:pPr>
              <a:defRPr sz="2475" b="1">
                <a:solidFill>
                  <a:srgbClr val="FFFFFF"/>
                </a:solidFill>
                <a:latin typeface="Arial"/>
                <a:ea typeface="Arial"/>
                <a:cs typeface="Arial"/>
              </a:defRPr>
            </a:pPr>
            <a:r>
              <a:rPr sz="2475" b="1">
                <a:solidFill>
                  <a:srgbClr val="FFFFFF"/>
                </a:solidFill>
                <a:latin typeface="Arial"/>
                <a:ea typeface="Arial"/>
                <a:cs typeface="Arial"/>
              </a:rPr>
              <a:t>02  Validate with an operations analyst</a:t>
            </a:r>
          </a:p>
          <a:p xmlns:a="http://schemas.openxmlformats.org/drawingml/2006/main">
            <a:pPr>
              <a:defRPr sz="2475" b="1">
                <a:solidFill>
                  <a:srgbClr val="FFFFFF"/>
                </a:solidFill>
                <a:latin typeface="Arial"/>
                <a:ea typeface="Arial"/>
                <a:cs typeface="Arial"/>
              </a:defRPr>
            </a:pPr>
            <a:r>
              <a:rPr sz="2475" b="1">
                <a:solidFill>
                  <a:srgbClr val="FFFFFF"/>
                </a:solidFill>
                <a:latin typeface="Arial"/>
                <a:ea typeface="Arial"/>
                <a:cs typeface="Arial"/>
              </a:rPr>
              <a:t>03  Time a fair manual-versus-assisted study</a:t>
            </a:r>
          </a:p>
        </p:txBody>
      </p:sp>
      <p:sp>
        <p:nvSpPr>
          <p:cNvPr id="6" name="">
            <a:extLst xmlns:a="http://schemas.openxmlformats.org/drawingml/2006/main">
              <a:ext uri="{FF2B5EF4-FFF2-40B4-BE49-F238E27FC236}">
                <a16:creationId xmlns:a16="http://schemas.microsoft.com/office/drawing/2014/main" id="{5C1DC82D-2567-4ED6-A7A1-77D610D68D56}"/>
              </a:ext>
            </a:extLst>
          </p:cNvPr>
          <p:cNvSpPr>
            <a:spLocks xmlns:a="http://schemas.openxmlformats.org/drawingml/2006/main" noGrp="1"/>
          </p:cNvSpPr>
          <p:nvPr/>
        </p:nvSpPr>
        <p:spPr>
          <a:xfrm xmlns:a="http://schemas.openxmlformats.org/drawingml/2006/main">
            <a:off x="609600" y="45148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025" b="0">
                <a:solidFill>
                  <a:srgbClr val="D2DCE0"/>
                </a:solidFill>
                <a:latin typeface="Arial"/>
                <a:ea typeface="Arial"/>
                <a:cs typeface="Arial"/>
              </a:defRPr>
            </a:defPPr>
            <a:lvl1pPr>
              <a:defRPr sz="2025" b="0">
                <a:solidFill>
                  <a:srgbClr val="D2DCE0"/>
                </a:solidFill>
                <a:latin typeface="Arial"/>
                <a:ea typeface="Arial"/>
                <a:cs typeface="Arial"/>
              </a:defRPr>
            </a:lvl1pPr>
            <a:lvl2pPr>
              <a:defRPr sz="2025" b="0">
                <a:solidFill>
                  <a:srgbClr val="D2DCE0"/>
                </a:solidFill>
                <a:latin typeface="Arial"/>
                <a:ea typeface="Arial"/>
                <a:cs typeface="Arial"/>
              </a:defRPr>
            </a:lvl2pPr>
            <a:lvl3pPr>
              <a:defRPr sz="2025" b="0">
                <a:solidFill>
                  <a:srgbClr val="D2DCE0"/>
                </a:solidFill>
                <a:latin typeface="Arial"/>
                <a:ea typeface="Arial"/>
                <a:cs typeface="Arial"/>
              </a:defRPr>
            </a:lvl3pPr>
            <a:lvl4pPr>
              <a:defRPr sz="2025" b="0">
                <a:solidFill>
                  <a:srgbClr val="D2DCE0"/>
                </a:solidFill>
                <a:latin typeface="Arial"/>
                <a:ea typeface="Arial"/>
                <a:cs typeface="Arial"/>
              </a:defRPr>
            </a:lvl4pPr>
            <a:lvl5pPr>
              <a:defRPr sz="2025" b="0">
                <a:solidFill>
                  <a:srgbClr val="D2DCE0"/>
                </a:solidFill>
                <a:latin typeface="Arial"/>
                <a:ea typeface="Arial"/>
                <a:cs typeface="Arial"/>
              </a:defRPr>
            </a:lvl5pPr>
            <a:lvl6pPr>
              <a:defRPr sz="2025" b="0">
                <a:solidFill>
                  <a:srgbClr val="D2DCE0"/>
                </a:solidFill>
                <a:latin typeface="Arial"/>
                <a:ea typeface="Arial"/>
                <a:cs typeface="Arial"/>
              </a:defRPr>
            </a:lvl6pPr>
            <a:lvl7pPr>
              <a:defRPr sz="2025" b="0">
                <a:solidFill>
                  <a:srgbClr val="D2DCE0"/>
                </a:solidFill>
                <a:latin typeface="Arial"/>
                <a:ea typeface="Arial"/>
                <a:cs typeface="Arial"/>
              </a:defRPr>
            </a:lvl7pPr>
            <a:lvl8pPr>
              <a:defRPr sz="2025" b="0">
                <a:solidFill>
                  <a:srgbClr val="D2DCE0"/>
                </a:solidFill>
                <a:latin typeface="Arial"/>
                <a:ea typeface="Arial"/>
                <a:cs typeface="Arial"/>
              </a:defRPr>
            </a:lvl8pPr>
            <a:lvl9pPr>
              <a:defRPr sz="2025" b="0">
                <a:solidFill>
                  <a:srgbClr val="D2DCE0"/>
                </a:solidFill>
                <a:latin typeface="Arial"/>
                <a:ea typeface="Arial"/>
                <a:cs typeface="Arial"/>
              </a:defRPr>
            </a:lvl9pPr>
          </a:lstStyle>
          <a:p xmlns:a="http://schemas.openxmlformats.org/drawingml/2006/main">
            <a:pPr>
              <a:defRPr sz="2025" b="0">
                <a:solidFill>
                  <a:srgbClr val="D2DCE0"/>
                </a:solidFill>
                <a:latin typeface="Arial"/>
                <a:ea typeface="Arial"/>
                <a:cs typeface="Arial"/>
              </a:defRPr>
            </a:pPr>
            <a:r>
              <a:rPr sz="2025" b="0">
                <a:solidFill>
                  <a:srgbClr val="D2DCE0"/>
                </a:solidFill>
                <a:latin typeface="Arial"/>
                <a:ea typeface="Arial"/>
                <a:cs typeface="Arial"/>
              </a:rPr>
              <a:t>Synthetic evidence today. No measured savings,</a:t>
            </a:r>
          </a:p>
          <a:p xmlns:a="http://schemas.openxmlformats.org/drawingml/2006/main">
            <a:pPr>
              <a:defRPr sz="2025" b="0">
                <a:solidFill>
                  <a:srgbClr val="D2DCE0"/>
                </a:solidFill>
                <a:latin typeface="Arial"/>
                <a:ea typeface="Arial"/>
                <a:cs typeface="Arial"/>
              </a:defRPr>
            </a:pPr>
            <a:r>
              <a:rPr sz="2025" b="0">
                <a:solidFill>
                  <a:srgbClr val="D2DCE0"/>
                </a:solidFill>
                <a:latin typeface="Arial"/>
                <a:ea typeface="Arial"/>
                <a:cs typeface="Arial"/>
              </a:rPr>
              <a:t>causal proof, release approval or safety certification.</a:t>
            </a:r>
          </a:p>
        </p:txBody>
      </p:sp>
      <p:sp>
        <p:nvSpPr>
          <p:cNvPr id="7" name="">
            <a:extLst xmlns:a="http://schemas.openxmlformats.org/drawingml/2006/main">
              <a:ext uri="{FF2B5EF4-FFF2-40B4-BE49-F238E27FC236}">
                <a16:creationId xmlns:a16="http://schemas.microsoft.com/office/drawing/2014/main" id="{DF417013-93FF-4FCA-B2FE-813497103231}"/>
              </a:ext>
            </a:extLst>
          </p:cNvPr>
          <p:cNvSpPr>
            <a:spLocks xmlns:a="http://schemas.openxmlformats.org/drawingml/2006/main" noGrp="1"/>
          </p:cNvSpPr>
          <p:nvPr/>
        </p:nvSpPr>
        <p:spPr>
          <a:xfrm xmlns:a="http://schemas.openxmlformats.org/drawingml/2006/main">
            <a:off x="609600" y="5591175"/>
            <a:ext cx="561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1">
                <a:solidFill>
                  <a:srgbClr val="C8EB9C"/>
                </a:solidFill>
                <a:latin typeface="Arial"/>
                <a:ea typeface="Arial"/>
                <a:cs typeface="Arial"/>
              </a:defRPr>
            </a:defPPr>
            <a:lvl1pPr>
              <a:defRPr sz="2250" b="1">
                <a:solidFill>
                  <a:srgbClr val="C8EB9C"/>
                </a:solidFill>
                <a:latin typeface="Arial"/>
                <a:ea typeface="Arial"/>
                <a:cs typeface="Arial"/>
              </a:defRPr>
            </a:lvl1pPr>
            <a:lvl2pPr>
              <a:defRPr sz="2250" b="1">
                <a:solidFill>
                  <a:srgbClr val="C8EB9C"/>
                </a:solidFill>
                <a:latin typeface="Arial"/>
                <a:ea typeface="Arial"/>
                <a:cs typeface="Arial"/>
              </a:defRPr>
            </a:lvl2pPr>
            <a:lvl3pPr>
              <a:defRPr sz="2250" b="1">
                <a:solidFill>
                  <a:srgbClr val="C8EB9C"/>
                </a:solidFill>
                <a:latin typeface="Arial"/>
                <a:ea typeface="Arial"/>
                <a:cs typeface="Arial"/>
              </a:defRPr>
            </a:lvl3pPr>
            <a:lvl4pPr>
              <a:defRPr sz="2250" b="1">
                <a:solidFill>
                  <a:srgbClr val="C8EB9C"/>
                </a:solidFill>
                <a:latin typeface="Arial"/>
                <a:ea typeface="Arial"/>
                <a:cs typeface="Arial"/>
              </a:defRPr>
            </a:lvl4pPr>
            <a:lvl5pPr>
              <a:defRPr sz="2250" b="1">
                <a:solidFill>
                  <a:srgbClr val="C8EB9C"/>
                </a:solidFill>
                <a:latin typeface="Arial"/>
                <a:ea typeface="Arial"/>
                <a:cs typeface="Arial"/>
              </a:defRPr>
            </a:lvl5pPr>
            <a:lvl6pPr>
              <a:defRPr sz="2250" b="1">
                <a:solidFill>
                  <a:srgbClr val="C8EB9C"/>
                </a:solidFill>
                <a:latin typeface="Arial"/>
                <a:ea typeface="Arial"/>
                <a:cs typeface="Arial"/>
              </a:defRPr>
            </a:lvl6pPr>
            <a:lvl7pPr>
              <a:defRPr sz="2250" b="1">
                <a:solidFill>
                  <a:srgbClr val="C8EB9C"/>
                </a:solidFill>
                <a:latin typeface="Arial"/>
                <a:ea typeface="Arial"/>
                <a:cs typeface="Arial"/>
              </a:defRPr>
            </a:lvl7pPr>
            <a:lvl8pPr>
              <a:defRPr sz="2250" b="1">
                <a:solidFill>
                  <a:srgbClr val="C8EB9C"/>
                </a:solidFill>
                <a:latin typeface="Arial"/>
                <a:ea typeface="Arial"/>
                <a:cs typeface="Arial"/>
              </a:defRPr>
            </a:lvl8pPr>
            <a:lvl9pPr>
              <a:defRPr sz="2250" b="1">
                <a:solidFill>
                  <a:srgbClr val="C8EB9C"/>
                </a:solidFill>
                <a:latin typeface="Arial"/>
                <a:ea typeface="Arial"/>
                <a:cs typeface="Arial"/>
              </a:defRPr>
            </a:lvl9pPr>
          </a:lstStyle>
          <a:p xmlns:a="http://schemas.openxmlformats.org/drawingml/2006/main">
            <a:pPr>
              <a:defRPr sz="2250" b="1">
                <a:solidFill>
                  <a:srgbClr val="C8EB9C"/>
                </a:solidFill>
                <a:latin typeface="Arial"/>
                <a:ea typeface="Arial"/>
                <a:cs typeface="Arial"/>
              </a:defRPr>
            </a:pPr>
            <a:r>
              <a:rPr sz="2250" b="1">
                <a:solidFill>
                  <a:srgbClr val="C8EB9C"/>
                </a:solidFill>
                <a:latin typeface="Arial"/>
                <a:ea typeface="Arial"/>
                <a:cs typeface="Arial"/>
              </a:rPr>
              <a:t>traceharbor.web.app</a:t>
            </a:r>
          </a:p>
        </p:txBody>
      </p:sp>
      <p:sp>
        <p:nvSpPr>
          <p:cNvPr id="8" name="">
            <a:extLst xmlns:a="http://schemas.openxmlformats.org/drawingml/2006/main">
              <a:ext uri="{FF2B5EF4-FFF2-40B4-BE49-F238E27FC236}">
                <a16:creationId xmlns:a16="http://schemas.microsoft.com/office/drawing/2014/main" id="{E05B9526-1773-4368-B2F9-1D154FB49E9E}"/>
              </a:ext>
            </a:extLst>
          </p:cNvPr>
          <p:cNvSpPr>
            <a:spLocks xmlns:a="http://schemas.openxmlformats.org/drawingml/2006/main" noGrp="1"/>
          </p:cNvSpPr>
          <p:nvPr/>
        </p:nvSpPr>
        <p:spPr>
          <a:xfrm xmlns:a="http://schemas.openxmlformats.org/drawingml/2006/main">
            <a:off x="609600" y="60007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0">
                <a:solidFill>
                  <a:srgbClr val="C8EB9C"/>
                </a:solidFill>
                <a:latin typeface="Arial"/>
                <a:ea typeface="Arial"/>
                <a:cs typeface="Arial"/>
              </a:defRPr>
            </a:defPPr>
            <a:lvl1pPr>
              <a:defRPr sz="1650" b="0">
                <a:solidFill>
                  <a:srgbClr val="C8EB9C"/>
                </a:solidFill>
                <a:latin typeface="Arial"/>
                <a:ea typeface="Arial"/>
                <a:cs typeface="Arial"/>
              </a:defRPr>
            </a:lvl1pPr>
            <a:lvl2pPr>
              <a:defRPr sz="1650" b="0">
                <a:solidFill>
                  <a:srgbClr val="C8EB9C"/>
                </a:solidFill>
                <a:latin typeface="Arial"/>
                <a:ea typeface="Arial"/>
                <a:cs typeface="Arial"/>
              </a:defRPr>
            </a:lvl2pPr>
            <a:lvl3pPr>
              <a:defRPr sz="1650" b="0">
                <a:solidFill>
                  <a:srgbClr val="C8EB9C"/>
                </a:solidFill>
                <a:latin typeface="Arial"/>
                <a:ea typeface="Arial"/>
                <a:cs typeface="Arial"/>
              </a:defRPr>
            </a:lvl3pPr>
            <a:lvl4pPr>
              <a:defRPr sz="1650" b="0">
                <a:solidFill>
                  <a:srgbClr val="C8EB9C"/>
                </a:solidFill>
                <a:latin typeface="Arial"/>
                <a:ea typeface="Arial"/>
                <a:cs typeface="Arial"/>
              </a:defRPr>
            </a:lvl4pPr>
            <a:lvl5pPr>
              <a:defRPr sz="1650" b="0">
                <a:solidFill>
                  <a:srgbClr val="C8EB9C"/>
                </a:solidFill>
                <a:latin typeface="Arial"/>
                <a:ea typeface="Arial"/>
                <a:cs typeface="Arial"/>
              </a:defRPr>
            </a:lvl5pPr>
            <a:lvl6pPr>
              <a:defRPr sz="1650" b="0">
                <a:solidFill>
                  <a:srgbClr val="C8EB9C"/>
                </a:solidFill>
                <a:latin typeface="Arial"/>
                <a:ea typeface="Arial"/>
                <a:cs typeface="Arial"/>
              </a:defRPr>
            </a:lvl6pPr>
            <a:lvl7pPr>
              <a:defRPr sz="1650" b="0">
                <a:solidFill>
                  <a:srgbClr val="C8EB9C"/>
                </a:solidFill>
                <a:latin typeface="Arial"/>
                <a:ea typeface="Arial"/>
                <a:cs typeface="Arial"/>
              </a:defRPr>
            </a:lvl7pPr>
            <a:lvl8pPr>
              <a:defRPr sz="1650" b="0">
                <a:solidFill>
                  <a:srgbClr val="C8EB9C"/>
                </a:solidFill>
                <a:latin typeface="Arial"/>
                <a:ea typeface="Arial"/>
                <a:cs typeface="Arial"/>
              </a:defRPr>
            </a:lvl8pPr>
            <a:lvl9pPr>
              <a:defRPr sz="1650" b="0">
                <a:solidFill>
                  <a:srgbClr val="C8EB9C"/>
                </a:solidFill>
                <a:latin typeface="Arial"/>
                <a:ea typeface="Arial"/>
                <a:cs typeface="Arial"/>
              </a:defRPr>
            </a:lvl9pPr>
          </a:lstStyle>
          <a:p xmlns:a="http://schemas.openxmlformats.org/drawingml/2006/main">
            <a:pPr>
              <a:defRPr sz="1650" b="0">
                <a:solidFill>
                  <a:srgbClr val="C8EB9C"/>
                </a:solidFill>
                <a:latin typeface="Arial"/>
                <a:ea typeface="Arial"/>
                <a:cs typeface="Arial"/>
              </a:defRPr>
            </a:pPr>
            <a:r>
              <a:rPr sz="1650" b="0">
                <a:solidFill>
                  <a:srgbClr val="C8EB9C"/>
                </a:solidFill>
                <a:latin typeface="Arial"/>
                <a:ea typeface="Arial"/>
                <a:cs typeface="Arial"/>
              </a:rPr>
              <a:t>github.com/madvidd/GenAI.works_Hackathon</a:t>
            </a:r>
          </a:p>
        </p:txBody>
      </p:sp>
    </p:spTree>
    <p:extLst>
      <p:ext uri="{BB962C8B-B14F-4D97-AF65-F5344CB8AC3E}">
        <p14:creationId xmlns:p14="http://schemas.microsoft.com/office/powerpoint/2010/main" val="1555154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2026-10-27T18:09:53.6180000Z</dcterms:created>
  <dcterms:modified xsi:type="dcterms:W3CDTF">2026-10-27T18:09:53.6180000Z</dcterms:modified>
</coreProperties>
</file>